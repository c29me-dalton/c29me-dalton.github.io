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9753600" cx="13004800"/>
  <p:notesSz cx="6858000" cy="9144000"/>
  <p:embeddedFontLst>
    <p:embeddedFont>
      <p:font typeface="Helvetica Neue"/>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font" Target="fonts/HelveticaNeue-bold.fntdata"/><Relationship Id="rId41" Type="http://schemas.openxmlformats.org/officeDocument/2006/relationships/font" Target="fonts/HelveticaNeue-regular.fntdata"/><Relationship Id="rId22" Type="http://schemas.openxmlformats.org/officeDocument/2006/relationships/slide" Target="slides/slide18.xml"/><Relationship Id="rId44" Type="http://schemas.openxmlformats.org/officeDocument/2006/relationships/font" Target="fonts/HelveticaNeue-boldItalic.fntdata"/><Relationship Id="rId21" Type="http://schemas.openxmlformats.org/officeDocument/2006/relationships/slide" Target="slides/slide17.xml"/><Relationship Id="rId43" Type="http://schemas.openxmlformats.org/officeDocument/2006/relationships/font" Target="fonts/HelveticaNeue-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4" name="Shape 4"/>
          <p:cNvSpPr txBox="1"/>
          <p:nvPr>
            <p:ph idx="1" type="body"/>
          </p:nvPr>
        </p:nvSpPr>
        <p:spPr>
          <a:xfrm>
            <a:off x="914400" y="4343400"/>
            <a:ext cx="5029199" cy="4114800"/>
          </a:xfrm>
          <a:prstGeom prst="rect">
            <a:avLst/>
          </a:prstGeom>
          <a:noFill/>
          <a:ln>
            <a:noFill/>
          </a:ln>
        </p:spPr>
        <p:txBody>
          <a:bodyPr anchorCtr="0" anchor="t" bIns="91425" lIns="91425" rIns="91425" tIns="91425"/>
          <a:lstStyle>
            <a:lvl1pPr indent="0" lvl="0" marL="0" marR="0" rtl="0" algn="l">
              <a:lnSpc>
                <a:spcPct val="117999"/>
              </a:lnSpc>
              <a:spcBef>
                <a:spcPts val="0"/>
              </a:spcBef>
              <a:defRPr b="0" i="0" sz="2200" u="none" cap="none" strike="noStrike">
                <a:latin typeface="Helvetica Neue"/>
                <a:ea typeface="Helvetica Neue"/>
                <a:cs typeface="Helvetica Neue"/>
                <a:sym typeface="Helvetica Neue"/>
              </a:defRPr>
            </a:lvl1pPr>
            <a:lvl2pPr indent="228600" lvl="1" marL="0" marR="0" rtl="0" algn="l">
              <a:lnSpc>
                <a:spcPct val="117999"/>
              </a:lnSpc>
              <a:spcBef>
                <a:spcPts val="0"/>
              </a:spcBef>
              <a:defRPr b="0" i="0" sz="2200" u="none" cap="none" strike="noStrike">
                <a:latin typeface="Helvetica Neue"/>
                <a:ea typeface="Helvetica Neue"/>
                <a:cs typeface="Helvetica Neue"/>
                <a:sym typeface="Helvetica Neue"/>
              </a:defRPr>
            </a:lvl2pPr>
            <a:lvl3pPr indent="457200" lvl="2" marL="0" marR="0" rtl="0" algn="l">
              <a:lnSpc>
                <a:spcPct val="117999"/>
              </a:lnSpc>
              <a:spcBef>
                <a:spcPts val="0"/>
              </a:spcBef>
              <a:defRPr b="0" i="0" sz="2200" u="none" cap="none" strike="noStrike">
                <a:latin typeface="Helvetica Neue"/>
                <a:ea typeface="Helvetica Neue"/>
                <a:cs typeface="Helvetica Neue"/>
                <a:sym typeface="Helvetica Neue"/>
              </a:defRPr>
            </a:lvl3pPr>
            <a:lvl4pPr indent="685800" lvl="3" marL="0" marR="0" rtl="0" algn="l">
              <a:lnSpc>
                <a:spcPct val="117999"/>
              </a:lnSpc>
              <a:spcBef>
                <a:spcPts val="0"/>
              </a:spcBef>
              <a:defRPr b="0" i="0" sz="2200" u="none" cap="none" strike="noStrike">
                <a:latin typeface="Helvetica Neue"/>
                <a:ea typeface="Helvetica Neue"/>
                <a:cs typeface="Helvetica Neue"/>
                <a:sym typeface="Helvetica Neue"/>
              </a:defRPr>
            </a:lvl4pPr>
            <a:lvl5pPr indent="914400" lvl="4" marL="0" marR="0" rtl="0" algn="l">
              <a:lnSpc>
                <a:spcPct val="117999"/>
              </a:lnSpc>
              <a:spcBef>
                <a:spcPts val="0"/>
              </a:spcBef>
              <a:defRPr b="0" i="0" sz="2200" u="none" cap="none" strike="noStrike">
                <a:latin typeface="Helvetica Neue"/>
                <a:ea typeface="Helvetica Neue"/>
                <a:cs typeface="Helvetica Neue"/>
                <a:sym typeface="Helvetica Neue"/>
              </a:defRPr>
            </a:lvl5pPr>
            <a:lvl6pPr indent="1143000" lvl="5" marL="0" marR="0" rtl="0" algn="l">
              <a:lnSpc>
                <a:spcPct val="117999"/>
              </a:lnSpc>
              <a:spcBef>
                <a:spcPts val="0"/>
              </a:spcBef>
              <a:defRPr b="0" i="0" sz="2200" u="none" cap="none" strike="noStrike">
                <a:latin typeface="Helvetica Neue"/>
                <a:ea typeface="Helvetica Neue"/>
                <a:cs typeface="Helvetica Neue"/>
                <a:sym typeface="Helvetica Neue"/>
              </a:defRPr>
            </a:lvl6pPr>
            <a:lvl7pPr indent="1371600" lvl="6" marL="0" marR="0" rtl="0" algn="l">
              <a:lnSpc>
                <a:spcPct val="117999"/>
              </a:lnSpc>
              <a:spcBef>
                <a:spcPts val="0"/>
              </a:spcBef>
              <a:defRPr b="0" i="0" sz="2200" u="none" cap="none" strike="noStrike">
                <a:latin typeface="Helvetica Neue"/>
                <a:ea typeface="Helvetica Neue"/>
                <a:cs typeface="Helvetica Neue"/>
                <a:sym typeface="Helvetica Neue"/>
              </a:defRPr>
            </a:lvl7pPr>
            <a:lvl8pPr indent="1600200" lvl="7" marL="0" marR="0" rtl="0" algn="l">
              <a:lnSpc>
                <a:spcPct val="117999"/>
              </a:lnSpc>
              <a:spcBef>
                <a:spcPts val="0"/>
              </a:spcBef>
              <a:defRPr b="0" i="0" sz="2200" u="none" cap="none" strike="noStrike">
                <a:latin typeface="Helvetica Neue"/>
                <a:ea typeface="Helvetica Neue"/>
                <a:cs typeface="Helvetica Neue"/>
                <a:sym typeface="Helvetica Neue"/>
              </a:defRPr>
            </a:lvl8pPr>
            <a:lvl9pPr indent="1828800" lvl="8" marL="0" marR="0" rtl="0" algn="l">
              <a:lnSpc>
                <a:spcPct val="117999"/>
              </a:lnSpc>
              <a:spcBef>
                <a:spcPts val="0"/>
              </a:spcBef>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2.mdsg.umd.edu/interactive_lessons/oysters/anatlab/index.htm"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davisenterprise.com/media-post/drilled-oyster-photos/attachment/oyster1w/"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 name="Shape 33"/>
        <p:cNvGrpSpPr/>
        <p:nvPr/>
      </p:nvGrpSpPr>
      <p:grpSpPr>
        <a:xfrm>
          <a:off x="0" y="0"/>
          <a:ext cx="0" cy="0"/>
          <a:chOff x="0" y="0"/>
          <a:chExt cx="0" cy="0"/>
        </a:xfrm>
      </p:grpSpPr>
      <p:sp>
        <p:nvSpPr>
          <p:cNvPr id="34" name="Shape 3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35" name="Shape 35"/>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Unless otherwise noted, photos courtesy of </a:t>
            </a:r>
            <a:r>
              <a:rPr b="0" i="0" lang="en-US" sz="2200" u="sng" cap="none" strike="noStrike">
                <a:solidFill>
                  <a:schemeClr val="hlink"/>
                </a:solidFill>
                <a:latin typeface="Helvetica Neue"/>
                <a:ea typeface="Helvetica Neue"/>
                <a:cs typeface="Helvetica Neue"/>
                <a:sym typeface="Helvetica Neue"/>
                <a:hlinkClick r:id="rId2"/>
              </a:rPr>
              <a:t>http://ww2.mdsg.umd.edu/interactive_lessons/oysters/anatlab/index.htm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 name="Shape 39"/>
        <p:cNvGrpSpPr/>
        <p:nvPr/>
      </p:nvGrpSpPr>
      <p:grpSpPr>
        <a:xfrm>
          <a:off x="0" y="0"/>
          <a:ext cx="0" cy="0"/>
          <a:chOff x="0" y="0"/>
          <a:chExt cx="0" cy="0"/>
        </a:xfrm>
      </p:grpSpPr>
      <p:sp>
        <p:nvSpPr>
          <p:cNvPr id="40" name="Shape 40"/>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41" name="Shape 4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5" name="Shape 45"/>
        <p:cNvGrpSpPr/>
        <p:nvPr/>
      </p:nvGrpSpPr>
      <p:grpSpPr>
        <a:xfrm>
          <a:off x="0" y="0"/>
          <a:ext cx="0" cy="0"/>
          <a:chOff x="0" y="0"/>
          <a:chExt cx="0" cy="0"/>
        </a:xfrm>
      </p:grpSpPr>
      <p:sp>
        <p:nvSpPr>
          <p:cNvPr id="46" name="Shape 46"/>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47" name="Shape 4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52" name="Shape 52"/>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The umbo is the oldest part of the oyster shell. This is where the oyster is hinged.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 name="Shape 55"/>
        <p:cNvGrpSpPr/>
        <p:nvPr/>
      </p:nvGrpSpPr>
      <p:grpSpPr>
        <a:xfrm>
          <a:off x="0" y="0"/>
          <a:ext cx="0" cy="0"/>
          <a:chOff x="0" y="0"/>
          <a:chExt cx="0" cy="0"/>
        </a:xfrm>
      </p:grpSpPr>
      <p:sp>
        <p:nvSpPr>
          <p:cNvPr id="56" name="Shape 5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57" name="Shape 57"/>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As the oyster grows, shell is laid down where the shells are attached to one another.  This end is called the bill and is free to open so the oyster can filter feed.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0" name="Shape 60"/>
        <p:cNvGrpSpPr/>
        <p:nvPr/>
      </p:nvGrpSpPr>
      <p:grpSpPr>
        <a:xfrm>
          <a:off x="0" y="0"/>
          <a:ext cx="0" cy="0"/>
          <a:chOff x="0" y="0"/>
          <a:chExt cx="0" cy="0"/>
        </a:xfrm>
      </p:grpSpPr>
      <p:sp>
        <p:nvSpPr>
          <p:cNvPr id="61" name="Shape 61"/>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62" name="Shape 6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5" name="Shape 65"/>
        <p:cNvGrpSpPr/>
        <p:nvPr/>
      </p:nvGrpSpPr>
      <p:grpSpPr>
        <a:xfrm>
          <a:off x="0" y="0"/>
          <a:ext cx="0" cy="0"/>
          <a:chOff x="0" y="0"/>
          <a:chExt cx="0" cy="0"/>
        </a:xfrm>
      </p:grpSpPr>
      <p:sp>
        <p:nvSpPr>
          <p:cNvPr id="66" name="Shape 66"/>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67" name="Shape 6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 name="Shape 70"/>
        <p:cNvGrpSpPr/>
        <p:nvPr/>
      </p:nvGrpSpPr>
      <p:grpSpPr>
        <a:xfrm>
          <a:off x="0" y="0"/>
          <a:ext cx="0" cy="0"/>
          <a:chOff x="0" y="0"/>
          <a:chExt cx="0" cy="0"/>
        </a:xfrm>
      </p:grpSpPr>
      <p:sp>
        <p:nvSpPr>
          <p:cNvPr id="71" name="Shape 71"/>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72" name="Shape 7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5" name="Shape 75"/>
        <p:cNvGrpSpPr/>
        <p:nvPr/>
      </p:nvGrpSpPr>
      <p:grpSpPr>
        <a:xfrm>
          <a:off x="0" y="0"/>
          <a:ext cx="0" cy="0"/>
          <a:chOff x="0" y="0"/>
          <a:chExt cx="0" cy="0"/>
        </a:xfrm>
      </p:grpSpPr>
      <p:sp>
        <p:nvSpPr>
          <p:cNvPr id="76" name="Shape 76"/>
          <p:cNvSpPr txBox="1"/>
          <p:nvPr>
            <p:ph idx="1" type="body"/>
          </p:nvPr>
        </p:nvSpPr>
        <p:spPr>
          <a:xfrm>
            <a:off x="914400" y="4343400"/>
            <a:ext cx="5029200" cy="4114800"/>
          </a:xfrm>
          <a:prstGeom prst="rect">
            <a:avLst/>
          </a:prstGeom>
        </p:spPr>
        <p:txBody>
          <a:bodyPr anchorCtr="0" anchor="t" bIns="91425" lIns="91425" rIns="91425" tIns="91425">
            <a:noAutofit/>
          </a:bodyPr>
          <a:lstStyle/>
          <a:p>
            <a:pPr lvl="0" rtl="0">
              <a:spcBef>
                <a:spcPts val="0"/>
              </a:spcBef>
              <a:buNone/>
            </a:pPr>
            <a:r>
              <a:t/>
            </a:r>
            <a:endParaRPr/>
          </a:p>
        </p:txBody>
      </p:sp>
      <p:sp>
        <p:nvSpPr>
          <p:cNvPr id="77" name="Shape 7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1" name="Shape 81"/>
        <p:cNvGrpSpPr/>
        <p:nvPr/>
      </p:nvGrpSpPr>
      <p:grpSpPr>
        <a:xfrm>
          <a:off x="0" y="0"/>
          <a:ext cx="0" cy="0"/>
          <a:chOff x="0" y="0"/>
          <a:chExt cx="0" cy="0"/>
        </a:xfrm>
      </p:grpSpPr>
      <p:sp>
        <p:nvSpPr>
          <p:cNvPr id="82" name="Shape 8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83" name="Shape 83"/>
          <p:cNvSpPr txBox="1"/>
          <p:nvPr>
            <p:ph idx="1" type="body"/>
          </p:nvPr>
        </p:nvSpPr>
        <p:spPr>
          <a:xfrm>
            <a:off x="914400" y="4343400"/>
            <a:ext cx="5029200"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The oyster drill is a species of predatory sea snail.  The oyster drill secretes an enzyme to soften an oyster’s shell, then drill pin-sized holes through the shell to reach the oyster’s soft parts inside.</a:t>
            </a:r>
          </a:p>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Photo courtesy of: </a:t>
            </a:r>
            <a:r>
              <a:rPr b="0" i="0" lang="en-US" sz="2200" u="sng" cap="none" strike="noStrike">
                <a:solidFill>
                  <a:schemeClr val="hlink"/>
                </a:solidFill>
                <a:latin typeface="Helvetica Neue"/>
                <a:ea typeface="Helvetica Neue"/>
                <a:cs typeface="Helvetica Neue"/>
                <a:sym typeface="Helvetica Neue"/>
                <a:hlinkClick r:id="rId2"/>
              </a:rPr>
              <a:t>http://www.davisenterprise.com/media-post/drilled-oyster-photos/attachment/oyster1w/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6" name="Shape 86"/>
        <p:cNvGrpSpPr/>
        <p:nvPr/>
      </p:nvGrpSpPr>
      <p:grpSpPr>
        <a:xfrm>
          <a:off x="0" y="0"/>
          <a:ext cx="0" cy="0"/>
          <a:chOff x="0" y="0"/>
          <a:chExt cx="0" cy="0"/>
        </a:xfrm>
      </p:grpSpPr>
      <p:sp>
        <p:nvSpPr>
          <p:cNvPr id="87" name="Shape 8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88" name="Shape 88"/>
          <p:cNvSpPr txBox="1"/>
          <p:nvPr>
            <p:ph idx="1" type="body"/>
          </p:nvPr>
        </p:nvSpPr>
        <p:spPr>
          <a:xfrm>
            <a:off x="914400" y="4343400"/>
            <a:ext cx="5029200"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Commensal symbiosis.  You may find a live or dead barnacle attached to the oyster shell.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1" name="Shape 91"/>
        <p:cNvGrpSpPr/>
        <p:nvPr/>
      </p:nvGrpSpPr>
      <p:grpSpPr>
        <a:xfrm>
          <a:off x="0" y="0"/>
          <a:ext cx="0" cy="0"/>
          <a:chOff x="0" y="0"/>
          <a:chExt cx="0" cy="0"/>
        </a:xfrm>
      </p:grpSpPr>
      <p:sp>
        <p:nvSpPr>
          <p:cNvPr id="92" name="Shape 9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93" name="Shape 93"/>
          <p:cNvSpPr txBox="1"/>
          <p:nvPr>
            <p:ph idx="1" type="body"/>
          </p:nvPr>
        </p:nvSpPr>
        <p:spPr>
          <a:xfrm>
            <a:off x="914400" y="4343400"/>
            <a:ext cx="5029200"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Footprint scar of a barnacle on an oyster shell where a barnacle used to be attached. These scares are typically round and have striations radiating from the center.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6" name="Shape 96"/>
        <p:cNvGrpSpPr/>
        <p:nvPr/>
      </p:nvGrpSpPr>
      <p:grpSpPr>
        <a:xfrm>
          <a:off x="0" y="0"/>
          <a:ext cx="0" cy="0"/>
          <a:chOff x="0" y="0"/>
          <a:chExt cx="0" cy="0"/>
        </a:xfrm>
      </p:grpSpPr>
      <p:sp>
        <p:nvSpPr>
          <p:cNvPr id="97" name="Shape 9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98" name="Shape 98"/>
          <p:cNvSpPr txBox="1"/>
          <p:nvPr>
            <p:ph idx="1" type="body"/>
          </p:nvPr>
        </p:nvSpPr>
        <p:spPr>
          <a:xfrm>
            <a:off x="914400" y="4343400"/>
            <a:ext cx="5029200"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Predatory.  This picture shows the holes created by the boring sponge in the oyster shell.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1" name="Shape 101"/>
        <p:cNvGrpSpPr/>
        <p:nvPr/>
      </p:nvGrpSpPr>
      <p:grpSpPr>
        <a:xfrm>
          <a:off x="0" y="0"/>
          <a:ext cx="0" cy="0"/>
          <a:chOff x="0" y="0"/>
          <a:chExt cx="0" cy="0"/>
        </a:xfrm>
      </p:grpSpPr>
      <p:sp>
        <p:nvSpPr>
          <p:cNvPr id="102" name="Shape 10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03" name="Shape 103"/>
          <p:cNvSpPr txBox="1"/>
          <p:nvPr>
            <p:ph idx="1" type="body"/>
          </p:nvPr>
        </p:nvSpPr>
        <p:spPr>
          <a:xfrm>
            <a:off x="914400" y="4343400"/>
            <a:ext cx="5029200"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Commensal symbiosis.  This picture shows the encrusting structure created by the lacy crust bryozoan on an oyster. These colonies have a hony-comb appearance.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6" name="Shape 106"/>
        <p:cNvGrpSpPr/>
        <p:nvPr/>
      </p:nvGrpSpPr>
      <p:grpSpPr>
        <a:xfrm>
          <a:off x="0" y="0"/>
          <a:ext cx="0" cy="0"/>
          <a:chOff x="0" y="0"/>
          <a:chExt cx="0" cy="0"/>
        </a:xfrm>
      </p:grpSpPr>
      <p:sp>
        <p:nvSpPr>
          <p:cNvPr id="107" name="Shape 10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08" name="Shape 108"/>
          <p:cNvSpPr txBox="1"/>
          <p:nvPr>
            <p:ph idx="1" type="body"/>
          </p:nvPr>
        </p:nvSpPr>
        <p:spPr>
          <a:xfrm>
            <a:off x="914400" y="4343400"/>
            <a:ext cx="5029200"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Commensal symbiosis.  This show the calcareous tube remains of a limey tube worm on an oyster.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1" name="Shape 111"/>
        <p:cNvGrpSpPr/>
        <p:nvPr/>
      </p:nvGrpSpPr>
      <p:grpSpPr>
        <a:xfrm>
          <a:off x="0" y="0"/>
          <a:ext cx="0" cy="0"/>
          <a:chOff x="0" y="0"/>
          <a:chExt cx="0" cy="0"/>
        </a:xfrm>
      </p:grpSpPr>
      <p:sp>
        <p:nvSpPr>
          <p:cNvPr id="112" name="Shape 11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13" name="Shape 113"/>
          <p:cNvSpPr txBox="1"/>
          <p:nvPr>
            <p:ph idx="1" type="body"/>
          </p:nvPr>
        </p:nvSpPr>
        <p:spPr>
          <a:xfrm>
            <a:off x="914400" y="4343400"/>
            <a:ext cx="5029200"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Commensal symbiosis.  Scar of where an oyster spat used to be.  Oyster spat scars are smooth and often irregularly shaped.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6" name="Shape 116"/>
        <p:cNvGrpSpPr/>
        <p:nvPr/>
      </p:nvGrpSpPr>
      <p:grpSpPr>
        <a:xfrm>
          <a:off x="0" y="0"/>
          <a:ext cx="0" cy="0"/>
          <a:chOff x="0" y="0"/>
          <a:chExt cx="0" cy="0"/>
        </a:xfrm>
      </p:grpSpPr>
      <p:sp>
        <p:nvSpPr>
          <p:cNvPr id="117" name="Shape 117"/>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118" name="Shape 11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2" name="Shape 122"/>
        <p:cNvGrpSpPr/>
        <p:nvPr/>
      </p:nvGrpSpPr>
      <p:grpSpPr>
        <a:xfrm>
          <a:off x="0" y="0"/>
          <a:ext cx="0" cy="0"/>
          <a:chOff x="0" y="0"/>
          <a:chExt cx="0" cy="0"/>
        </a:xfrm>
      </p:grpSpPr>
      <p:sp>
        <p:nvSpPr>
          <p:cNvPr id="123" name="Shape 12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24" name="Shape 124"/>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This is the abductor muscle scar and shows where the abductor muscle was once attached to the shell.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7" name="Shape 127"/>
        <p:cNvGrpSpPr/>
        <p:nvPr/>
      </p:nvGrpSpPr>
      <p:grpSpPr>
        <a:xfrm>
          <a:off x="0" y="0"/>
          <a:ext cx="0" cy="0"/>
          <a:chOff x="0" y="0"/>
          <a:chExt cx="0" cy="0"/>
        </a:xfrm>
      </p:grpSpPr>
      <p:sp>
        <p:nvSpPr>
          <p:cNvPr id="128" name="Shape 128"/>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129" name="Shape 12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2" name="Shape 132"/>
        <p:cNvGrpSpPr/>
        <p:nvPr/>
      </p:nvGrpSpPr>
      <p:grpSpPr>
        <a:xfrm>
          <a:off x="0" y="0"/>
          <a:ext cx="0" cy="0"/>
          <a:chOff x="0" y="0"/>
          <a:chExt cx="0" cy="0"/>
        </a:xfrm>
      </p:grpSpPr>
      <p:sp>
        <p:nvSpPr>
          <p:cNvPr id="133" name="Shape 133"/>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134" name="Shape 13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7" name="Shape 137"/>
        <p:cNvGrpSpPr/>
        <p:nvPr/>
      </p:nvGrpSpPr>
      <p:grpSpPr>
        <a:xfrm>
          <a:off x="0" y="0"/>
          <a:ext cx="0" cy="0"/>
          <a:chOff x="0" y="0"/>
          <a:chExt cx="0" cy="0"/>
        </a:xfrm>
      </p:grpSpPr>
      <p:sp>
        <p:nvSpPr>
          <p:cNvPr id="138" name="Shape 13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39" name="Shape 139"/>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Challege!  Can you find the quenstedt muscle in your oyster? This muscle is most likely a foot (pedal) remnant from the larval stage of the oyster.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2" name="Shape 142"/>
        <p:cNvGrpSpPr/>
        <p:nvPr/>
      </p:nvGrpSpPr>
      <p:grpSpPr>
        <a:xfrm>
          <a:off x="0" y="0"/>
          <a:ext cx="0" cy="0"/>
          <a:chOff x="0" y="0"/>
          <a:chExt cx="0" cy="0"/>
        </a:xfrm>
      </p:grpSpPr>
      <p:sp>
        <p:nvSpPr>
          <p:cNvPr id="143" name="Shape 14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44" name="Shape 144"/>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The mantle is a thin layer of tissue that lines the inner part of each shell (valve) and covers the entire body of the oyster. It contains glands that extract elements from the water and convert them to compounds that make up each valve. Calcium carbonate makes up about 98 percent of each valve, this is the same material used to make chalk.</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7" name="Shape 147"/>
        <p:cNvGrpSpPr/>
        <p:nvPr/>
      </p:nvGrpSpPr>
      <p:grpSpPr>
        <a:xfrm>
          <a:off x="0" y="0"/>
          <a:ext cx="0" cy="0"/>
          <a:chOff x="0" y="0"/>
          <a:chExt cx="0" cy="0"/>
        </a:xfrm>
      </p:grpSpPr>
      <p:sp>
        <p:nvSpPr>
          <p:cNvPr id="148" name="Shape 14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49" name="Shape 149"/>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The tentacles are small sensory organs attached to the edge of the mantle used for the detection of environmental stimuli. They can sense changes in light, chemicals in the water, sediments, and temperature. Oysters don’t have a brain, but they do have simple nervous systems containing nerves and organs called ganglia (which will NOT be visible in the dissection).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2" name="Shape 152"/>
        <p:cNvGrpSpPr/>
        <p:nvPr/>
      </p:nvGrpSpPr>
      <p:grpSpPr>
        <a:xfrm>
          <a:off x="0" y="0"/>
          <a:ext cx="0" cy="0"/>
          <a:chOff x="0" y="0"/>
          <a:chExt cx="0" cy="0"/>
        </a:xfrm>
      </p:grpSpPr>
      <p:sp>
        <p:nvSpPr>
          <p:cNvPr id="153" name="Shape 153"/>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154" name="Shape 15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7" name="Shape 157"/>
        <p:cNvGrpSpPr/>
        <p:nvPr/>
      </p:nvGrpSpPr>
      <p:grpSpPr>
        <a:xfrm>
          <a:off x="0" y="0"/>
          <a:ext cx="0" cy="0"/>
          <a:chOff x="0" y="0"/>
          <a:chExt cx="0" cy="0"/>
        </a:xfrm>
      </p:grpSpPr>
      <p:sp>
        <p:nvSpPr>
          <p:cNvPr id="158" name="Shape 15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59" name="Shape 159"/>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The gills are the largest organ in the oyster.  Each gill has two folds (or four layers) of tissue. The gills are covered by tiny hairs, known as cilia, which move water across the oyster’s body, moving food toward the oyster’s mouth and removing oxygen from the water.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2" name="Shape 162"/>
        <p:cNvGrpSpPr/>
        <p:nvPr/>
      </p:nvGrpSpPr>
      <p:grpSpPr>
        <a:xfrm>
          <a:off x="0" y="0"/>
          <a:ext cx="0" cy="0"/>
          <a:chOff x="0" y="0"/>
          <a:chExt cx="0" cy="0"/>
        </a:xfrm>
      </p:grpSpPr>
      <p:sp>
        <p:nvSpPr>
          <p:cNvPr id="163" name="Shape 16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64" name="Shape 164"/>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Anterior point of gill attachment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7" name="Shape 167"/>
        <p:cNvGrpSpPr/>
        <p:nvPr/>
      </p:nvGrpSpPr>
      <p:grpSpPr>
        <a:xfrm>
          <a:off x="0" y="0"/>
          <a:ext cx="0" cy="0"/>
          <a:chOff x="0" y="0"/>
          <a:chExt cx="0" cy="0"/>
        </a:xfrm>
      </p:grpSpPr>
      <p:sp>
        <p:nvSpPr>
          <p:cNvPr id="168" name="Shape 16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69" name="Shape 169"/>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Posterior point of gill attachment.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2" name="Shape 172"/>
        <p:cNvGrpSpPr/>
        <p:nvPr/>
      </p:nvGrpSpPr>
      <p:grpSpPr>
        <a:xfrm>
          <a:off x="0" y="0"/>
          <a:ext cx="0" cy="0"/>
          <a:chOff x="0" y="0"/>
          <a:chExt cx="0" cy="0"/>
        </a:xfrm>
      </p:grpSpPr>
      <p:sp>
        <p:nvSpPr>
          <p:cNvPr id="173" name="Shape 17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74" name="Shape 174"/>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Follow the gills up toward the umbo area. There will be a slit followed by two thicker layers of tissue. These are the palps and this is the area where the mouth can be found. Food enters the oyster through the mouth.</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7" name="Shape 177"/>
        <p:cNvGrpSpPr/>
        <p:nvPr/>
      </p:nvGrpSpPr>
      <p:grpSpPr>
        <a:xfrm>
          <a:off x="0" y="0"/>
          <a:ext cx="0" cy="0"/>
          <a:chOff x="0" y="0"/>
          <a:chExt cx="0" cy="0"/>
        </a:xfrm>
      </p:grpSpPr>
      <p:sp>
        <p:nvSpPr>
          <p:cNvPr id="178" name="Shape 17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79" name="Shape 179"/>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Food is passed from the mouth through a short esophogus to the stomach. In connects to the intestines and is surrounded by the digestive glands. The stomach and digestive glands lie under the mantle layer and will often be dark brown. This is where food is broken down into nutrients.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2" name="Shape 182"/>
        <p:cNvGrpSpPr/>
        <p:nvPr/>
      </p:nvGrpSpPr>
      <p:grpSpPr>
        <a:xfrm>
          <a:off x="0" y="0"/>
          <a:ext cx="0" cy="0"/>
          <a:chOff x="0" y="0"/>
          <a:chExt cx="0" cy="0"/>
        </a:xfrm>
      </p:grpSpPr>
      <p:sp>
        <p:nvSpPr>
          <p:cNvPr id="183" name="Shape 18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84" name="Shape 184"/>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From the stomach undigested and digested materials are passed to the intestines where absorption of nutrients and further processing of wastes occurs. Waste products are passed onto the rectum exiting out the anus.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7" name="Shape 187"/>
        <p:cNvGrpSpPr/>
        <p:nvPr/>
      </p:nvGrpSpPr>
      <p:grpSpPr>
        <a:xfrm>
          <a:off x="0" y="0"/>
          <a:ext cx="0" cy="0"/>
          <a:chOff x="0" y="0"/>
          <a:chExt cx="0" cy="0"/>
        </a:xfrm>
      </p:grpSpPr>
      <p:sp>
        <p:nvSpPr>
          <p:cNvPr id="188" name="Shape 18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89" name="Shape 189"/>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The abductor muscle is what holds an oyster closed when it is alive.  This muscle is very strong and make up about 20-40% of the soft tissue weight of the oyster.  This is a notably different type of tissue, generally shaped like an oval.</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2" name="Shape 192"/>
        <p:cNvGrpSpPr/>
        <p:nvPr/>
      </p:nvGrpSpPr>
      <p:grpSpPr>
        <a:xfrm>
          <a:off x="0" y="0"/>
          <a:ext cx="0" cy="0"/>
          <a:chOff x="0" y="0"/>
          <a:chExt cx="0" cy="0"/>
        </a:xfrm>
      </p:grpSpPr>
      <p:sp>
        <p:nvSpPr>
          <p:cNvPr id="193" name="Shape 19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194" name="Shape 194"/>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Pericardial cavity holds the heart which lies just above the abductor muscle. The oyster’s heart has three chambers (whereas the human heart has four). Sometimes you can see it beating. It is located in a clear sac and looks like a tiny sponge connected to a tube. Oysters have blood, but it is not red like human blood. The heart pumps the blood through the oyster’s body. The oyster does not have defined veins.  Instead blood drains through open sinuses within the body.</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7" name="Shape 197"/>
        <p:cNvGrpSpPr/>
        <p:nvPr/>
      </p:nvGrpSpPr>
      <p:grpSpPr>
        <a:xfrm>
          <a:off x="0" y="0"/>
          <a:ext cx="0" cy="0"/>
          <a:chOff x="0" y="0"/>
          <a:chExt cx="0" cy="0"/>
        </a:xfrm>
      </p:grpSpPr>
      <p:sp>
        <p:nvSpPr>
          <p:cNvPr id="198" name="Shape 198"/>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199" name="Shape 19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2" name="Shape 202"/>
        <p:cNvGrpSpPr/>
        <p:nvPr/>
      </p:nvGrpSpPr>
      <p:grpSpPr>
        <a:xfrm>
          <a:off x="0" y="0"/>
          <a:ext cx="0" cy="0"/>
          <a:chOff x="0" y="0"/>
          <a:chExt cx="0" cy="0"/>
        </a:xfrm>
      </p:grpSpPr>
      <p:sp>
        <p:nvSpPr>
          <p:cNvPr id="203" name="Shape 203"/>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204" name="Shape 20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7" name="Shape 207"/>
        <p:cNvGrpSpPr/>
        <p:nvPr/>
      </p:nvGrpSpPr>
      <p:grpSpPr>
        <a:xfrm>
          <a:off x="0" y="0"/>
          <a:ext cx="0" cy="0"/>
          <a:chOff x="0" y="0"/>
          <a:chExt cx="0" cy="0"/>
        </a:xfrm>
      </p:grpSpPr>
      <p:sp>
        <p:nvSpPr>
          <p:cNvPr id="208" name="Shape 208"/>
          <p:cNvSpPr txBox="1"/>
          <p:nvPr>
            <p:ph idx="1" type="body"/>
          </p:nvPr>
        </p:nvSpPr>
        <p:spPr>
          <a:xfrm>
            <a:off x="914400" y="4343400"/>
            <a:ext cx="5029199" cy="4114800"/>
          </a:xfrm>
          <a:prstGeom prst="rect">
            <a:avLst/>
          </a:prstGeom>
        </p:spPr>
        <p:txBody>
          <a:bodyPr anchorCtr="0" anchor="t" bIns="91425" lIns="91425" rIns="91425" tIns="91425">
            <a:noAutofit/>
          </a:bodyPr>
          <a:lstStyle/>
          <a:p>
            <a:pPr lvl="0">
              <a:spcBef>
                <a:spcPts val="0"/>
              </a:spcBef>
              <a:buNone/>
            </a:pPr>
            <a:r>
              <a:t/>
            </a:r>
            <a:endParaRPr/>
          </a:p>
        </p:txBody>
      </p:sp>
      <p:sp>
        <p:nvSpPr>
          <p:cNvPr id="209" name="Shape 20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2" name="Shape 212"/>
        <p:cNvGrpSpPr/>
        <p:nvPr/>
      </p:nvGrpSpPr>
      <p:grpSpPr>
        <a:xfrm>
          <a:off x="0" y="0"/>
          <a:ext cx="0" cy="0"/>
          <a:chOff x="0" y="0"/>
          <a:chExt cx="0" cy="0"/>
        </a:xfrm>
      </p:grpSpPr>
      <p:sp>
        <p:nvSpPr>
          <p:cNvPr id="213" name="Shape 21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a:noFill/>
          </a:ln>
        </p:spPr>
      </p:sp>
      <p:sp>
        <p:nvSpPr>
          <p:cNvPr id="214" name="Shape 214"/>
          <p:cNvSpPr txBox="1"/>
          <p:nvPr>
            <p:ph idx="1" type="body"/>
          </p:nvPr>
        </p:nvSpPr>
        <p:spPr>
          <a:xfrm>
            <a:off x="914400" y="4343400"/>
            <a:ext cx="5029199" cy="4114800"/>
          </a:xfrm>
          <a:prstGeom prst="rect">
            <a:avLst/>
          </a:prstGeom>
          <a:noFill/>
          <a:ln>
            <a:noFill/>
          </a:ln>
        </p:spPr>
        <p:txBody>
          <a:bodyPr anchorCtr="0" anchor="t" bIns="45700" lIns="91425" rIns="91425" tIns="45700">
            <a:noAutofit/>
          </a:bodyPr>
          <a:lstStyle/>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Can you locate the following body parts?</a:t>
            </a:r>
          </a:p>
          <a:p>
            <a:pPr indent="0" lvl="0" marL="0" marR="0" rtl="0" algn="l">
              <a:lnSpc>
                <a:spcPct val="117999"/>
              </a:lnSpc>
              <a:spcBef>
                <a:spcPts val="0"/>
              </a:spcBef>
              <a:buSzPct val="25000"/>
              <a:buNone/>
            </a:pPr>
            <a:r>
              <a:rPr b="0" i="0" lang="en-US" sz="2200" u="none" cap="none" strike="noStrike">
                <a:latin typeface="Helvetica Neue"/>
                <a:ea typeface="Helvetica Neue"/>
                <a:cs typeface="Helvetica Neue"/>
                <a:sym typeface="Helvetica Neue"/>
              </a:rPr>
              <a:t>Gills, labial palps, mouth, esophogus, stomach, digestive gland, intestine, rectum, anus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mp; Bullets">
    <p:spTree>
      <p:nvGrpSpPr>
        <p:cNvPr id="8" name="Shape 8"/>
        <p:cNvGrpSpPr/>
        <p:nvPr/>
      </p:nvGrpSpPr>
      <p:grpSpPr>
        <a:xfrm>
          <a:off x="0" y="0"/>
          <a:ext cx="0" cy="0"/>
          <a:chOff x="0" y="0"/>
          <a:chExt cx="0" cy="0"/>
        </a:xfrm>
      </p:grpSpPr>
      <p:sp>
        <p:nvSpPr>
          <p:cNvPr id="9" name="Shape 9"/>
          <p:cNvSpPr txBox="1"/>
          <p:nvPr>
            <p:ph type="title"/>
          </p:nvPr>
        </p:nvSpPr>
        <p:spPr>
          <a:xfrm>
            <a:off x="952500" y="444500"/>
            <a:ext cx="11099799" cy="2158999"/>
          </a:xfrm>
          <a:prstGeom prst="rect">
            <a:avLst/>
          </a:prstGeom>
          <a:noFill/>
          <a:ln>
            <a:noFill/>
          </a:ln>
        </p:spPr>
        <p:txBody>
          <a:bodyPr anchorCtr="0" anchor="ctr" bIns="91425" lIns="91425" rIns="91425" tIns="91425"/>
          <a:lstStyle>
            <a:lvl1pPr lvl="0" rtl="0" algn="ctr">
              <a:spcBef>
                <a:spcPts val="0"/>
              </a:spcBef>
              <a:defRPr sz="8000">
                <a:latin typeface="Helvetica Neue"/>
                <a:ea typeface="Helvetica Neue"/>
                <a:cs typeface="Helvetica Neue"/>
                <a:sym typeface="Helvetica Neue"/>
              </a:defRPr>
            </a:lvl1pPr>
            <a:lvl2pPr indent="228600" lvl="1" rtl="0" algn="ctr">
              <a:spcBef>
                <a:spcPts val="0"/>
              </a:spcBef>
              <a:defRPr sz="8000">
                <a:latin typeface="Helvetica Neue"/>
                <a:ea typeface="Helvetica Neue"/>
                <a:cs typeface="Helvetica Neue"/>
                <a:sym typeface="Helvetica Neue"/>
              </a:defRPr>
            </a:lvl2pPr>
            <a:lvl3pPr indent="457200" lvl="2" rtl="0" algn="ctr">
              <a:spcBef>
                <a:spcPts val="0"/>
              </a:spcBef>
              <a:defRPr sz="8000">
                <a:latin typeface="Helvetica Neue"/>
                <a:ea typeface="Helvetica Neue"/>
                <a:cs typeface="Helvetica Neue"/>
                <a:sym typeface="Helvetica Neue"/>
              </a:defRPr>
            </a:lvl3pPr>
            <a:lvl4pPr indent="685800" lvl="3" rtl="0" algn="ctr">
              <a:spcBef>
                <a:spcPts val="0"/>
              </a:spcBef>
              <a:defRPr sz="8000">
                <a:latin typeface="Helvetica Neue"/>
                <a:ea typeface="Helvetica Neue"/>
                <a:cs typeface="Helvetica Neue"/>
                <a:sym typeface="Helvetica Neue"/>
              </a:defRPr>
            </a:lvl4pPr>
            <a:lvl5pPr indent="914400" lvl="4" rtl="0" algn="ctr">
              <a:spcBef>
                <a:spcPts val="0"/>
              </a:spcBef>
              <a:defRPr sz="8000">
                <a:latin typeface="Helvetica Neue"/>
                <a:ea typeface="Helvetica Neue"/>
                <a:cs typeface="Helvetica Neue"/>
                <a:sym typeface="Helvetica Neue"/>
              </a:defRPr>
            </a:lvl5pPr>
            <a:lvl6pPr indent="1143000" lvl="5" rtl="0" algn="ctr">
              <a:spcBef>
                <a:spcPts val="0"/>
              </a:spcBef>
              <a:defRPr sz="8000">
                <a:latin typeface="Helvetica Neue"/>
                <a:ea typeface="Helvetica Neue"/>
                <a:cs typeface="Helvetica Neue"/>
                <a:sym typeface="Helvetica Neue"/>
              </a:defRPr>
            </a:lvl6pPr>
            <a:lvl7pPr indent="1371600" lvl="6" rtl="0" algn="ctr">
              <a:spcBef>
                <a:spcPts val="0"/>
              </a:spcBef>
              <a:defRPr sz="8000">
                <a:latin typeface="Helvetica Neue"/>
                <a:ea typeface="Helvetica Neue"/>
                <a:cs typeface="Helvetica Neue"/>
                <a:sym typeface="Helvetica Neue"/>
              </a:defRPr>
            </a:lvl7pPr>
            <a:lvl8pPr indent="1600200" lvl="7" rtl="0" algn="ctr">
              <a:spcBef>
                <a:spcPts val="0"/>
              </a:spcBef>
              <a:defRPr sz="8000">
                <a:latin typeface="Helvetica Neue"/>
                <a:ea typeface="Helvetica Neue"/>
                <a:cs typeface="Helvetica Neue"/>
                <a:sym typeface="Helvetica Neue"/>
              </a:defRPr>
            </a:lvl8pPr>
            <a:lvl9pPr indent="1828800" lvl="8" rtl="0" algn="ctr">
              <a:spcBef>
                <a:spcPts val="0"/>
              </a:spcBef>
              <a:defRPr sz="8000">
                <a:latin typeface="Helvetica Neue"/>
                <a:ea typeface="Helvetica Neue"/>
                <a:cs typeface="Helvetica Neue"/>
                <a:sym typeface="Helvetica Neue"/>
              </a:defRPr>
            </a:lvl9pPr>
          </a:lstStyle>
          <a:p/>
        </p:txBody>
      </p:sp>
      <p:sp>
        <p:nvSpPr>
          <p:cNvPr id="10" name="Shape 10"/>
          <p:cNvSpPr txBox="1"/>
          <p:nvPr>
            <p:ph idx="1" type="body"/>
          </p:nvPr>
        </p:nvSpPr>
        <p:spPr>
          <a:xfrm>
            <a:off x="952500" y="2603500"/>
            <a:ext cx="11099799" cy="6286499"/>
          </a:xfrm>
          <a:prstGeom prst="rect">
            <a:avLst/>
          </a:prstGeom>
          <a:noFill/>
          <a:ln>
            <a:noFill/>
          </a:ln>
        </p:spPr>
        <p:txBody>
          <a:bodyPr anchorCtr="0" anchor="ctr" bIns="91425" lIns="91425" rIns="91425" tIns="91425"/>
          <a:lstStyle>
            <a:lvl1pPr indent="-273050" lvl="0" marL="444500" rtl="0">
              <a:spcBef>
                <a:spcPts val="4200"/>
              </a:spcBef>
              <a:buFont typeface="Helvetica Neue"/>
              <a:buChar char="•"/>
              <a:defRPr sz="3600">
                <a:latin typeface="Helvetica Neue"/>
                <a:ea typeface="Helvetica Neue"/>
                <a:cs typeface="Helvetica Neue"/>
                <a:sym typeface="Helvetica Neue"/>
              </a:defRPr>
            </a:lvl1pPr>
            <a:lvl2pPr indent="-273050" lvl="1" marL="889000" rtl="0">
              <a:spcBef>
                <a:spcPts val="4200"/>
              </a:spcBef>
              <a:buFont typeface="Helvetica Neue"/>
              <a:buChar char="•"/>
              <a:defRPr sz="3600">
                <a:latin typeface="Helvetica Neue"/>
                <a:ea typeface="Helvetica Neue"/>
                <a:cs typeface="Helvetica Neue"/>
                <a:sym typeface="Helvetica Neue"/>
              </a:defRPr>
            </a:lvl2pPr>
            <a:lvl3pPr indent="-273050" lvl="2" marL="1333500" rtl="0">
              <a:spcBef>
                <a:spcPts val="4200"/>
              </a:spcBef>
              <a:buFont typeface="Helvetica Neue"/>
              <a:buChar char="•"/>
              <a:defRPr sz="3600">
                <a:latin typeface="Helvetica Neue"/>
                <a:ea typeface="Helvetica Neue"/>
                <a:cs typeface="Helvetica Neue"/>
                <a:sym typeface="Helvetica Neue"/>
              </a:defRPr>
            </a:lvl3pPr>
            <a:lvl4pPr indent="-273050" lvl="3" marL="1778000" rtl="0">
              <a:spcBef>
                <a:spcPts val="4200"/>
              </a:spcBef>
              <a:buFont typeface="Helvetica Neue"/>
              <a:buChar char="•"/>
              <a:defRPr sz="3600">
                <a:latin typeface="Helvetica Neue"/>
                <a:ea typeface="Helvetica Neue"/>
                <a:cs typeface="Helvetica Neue"/>
                <a:sym typeface="Helvetica Neue"/>
              </a:defRPr>
            </a:lvl4pPr>
            <a:lvl5pPr indent="-273050" lvl="4" marL="2222500" rtl="0">
              <a:spcBef>
                <a:spcPts val="4200"/>
              </a:spcBef>
              <a:buFont typeface="Helvetica Neue"/>
              <a:buChar char="•"/>
              <a:defRPr sz="3600">
                <a:latin typeface="Helvetica Neue"/>
                <a:ea typeface="Helvetica Neue"/>
                <a:cs typeface="Helvetica Neue"/>
                <a:sym typeface="Helvetica Neue"/>
              </a:defRPr>
            </a:lvl5pPr>
            <a:lvl6pPr indent="-273050" lvl="5" marL="2667000" rtl="0">
              <a:spcBef>
                <a:spcPts val="4200"/>
              </a:spcBef>
              <a:buFont typeface="Helvetica Neue"/>
              <a:buChar char="•"/>
              <a:defRPr sz="3600">
                <a:latin typeface="Helvetica Neue"/>
                <a:ea typeface="Helvetica Neue"/>
                <a:cs typeface="Helvetica Neue"/>
                <a:sym typeface="Helvetica Neue"/>
              </a:defRPr>
            </a:lvl6pPr>
            <a:lvl7pPr indent="-273050" lvl="6" marL="3111500" rtl="0">
              <a:spcBef>
                <a:spcPts val="4200"/>
              </a:spcBef>
              <a:buFont typeface="Helvetica Neue"/>
              <a:buChar char="•"/>
              <a:defRPr sz="3600">
                <a:latin typeface="Helvetica Neue"/>
                <a:ea typeface="Helvetica Neue"/>
                <a:cs typeface="Helvetica Neue"/>
                <a:sym typeface="Helvetica Neue"/>
              </a:defRPr>
            </a:lvl7pPr>
            <a:lvl8pPr indent="-273050" lvl="7" marL="3556000" rtl="0">
              <a:spcBef>
                <a:spcPts val="4200"/>
              </a:spcBef>
              <a:buFont typeface="Helvetica Neue"/>
              <a:buChar char="•"/>
              <a:defRPr sz="3600">
                <a:latin typeface="Helvetica Neue"/>
                <a:ea typeface="Helvetica Neue"/>
                <a:cs typeface="Helvetica Neue"/>
                <a:sym typeface="Helvetica Neue"/>
              </a:defRPr>
            </a:lvl8pPr>
            <a:lvl9pPr indent="-273050" lvl="8" marL="4000500" rtl="0">
              <a:spcBef>
                <a:spcPts val="4200"/>
              </a:spcBef>
              <a:buFont typeface="Helvetica Neue"/>
              <a:buChar char="•"/>
              <a:defRPr sz="3600">
                <a:latin typeface="Helvetica Neue"/>
                <a:ea typeface="Helvetica Neue"/>
                <a:cs typeface="Helvetica Neue"/>
                <a:sym typeface="Helvetica Neu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amp; Subtitle">
    <p:spTree>
      <p:nvGrpSpPr>
        <p:cNvPr id="11" name="Shape 11"/>
        <p:cNvGrpSpPr/>
        <p:nvPr/>
      </p:nvGrpSpPr>
      <p:grpSpPr>
        <a:xfrm>
          <a:off x="0" y="0"/>
          <a:ext cx="0" cy="0"/>
          <a:chOff x="0" y="0"/>
          <a:chExt cx="0" cy="0"/>
        </a:xfrm>
      </p:grpSpPr>
      <p:sp>
        <p:nvSpPr>
          <p:cNvPr id="12" name="Shape 12"/>
          <p:cNvSpPr txBox="1"/>
          <p:nvPr>
            <p:ph type="title"/>
          </p:nvPr>
        </p:nvSpPr>
        <p:spPr>
          <a:xfrm>
            <a:off x="1270000" y="1638300"/>
            <a:ext cx="10464800" cy="3301999"/>
          </a:xfrm>
          <a:prstGeom prst="rect">
            <a:avLst/>
          </a:prstGeom>
          <a:noFill/>
          <a:ln>
            <a:noFill/>
          </a:ln>
        </p:spPr>
        <p:txBody>
          <a:bodyPr anchorCtr="0" anchor="b" bIns="91425" lIns="91425" rIns="91425" tIns="91425"/>
          <a:lstStyle>
            <a:lvl1pPr lvl="0" rtl="0" algn="ctr">
              <a:spcBef>
                <a:spcPts val="0"/>
              </a:spcBef>
              <a:defRPr sz="8000">
                <a:latin typeface="Helvetica Neue"/>
                <a:ea typeface="Helvetica Neue"/>
                <a:cs typeface="Helvetica Neue"/>
                <a:sym typeface="Helvetica Neue"/>
              </a:defRPr>
            </a:lvl1pPr>
            <a:lvl2pPr indent="228600" lvl="1" rtl="0" algn="ctr">
              <a:spcBef>
                <a:spcPts val="0"/>
              </a:spcBef>
              <a:defRPr sz="8000">
                <a:latin typeface="Helvetica Neue"/>
                <a:ea typeface="Helvetica Neue"/>
                <a:cs typeface="Helvetica Neue"/>
                <a:sym typeface="Helvetica Neue"/>
              </a:defRPr>
            </a:lvl2pPr>
            <a:lvl3pPr indent="457200" lvl="2" rtl="0" algn="ctr">
              <a:spcBef>
                <a:spcPts val="0"/>
              </a:spcBef>
              <a:defRPr sz="8000">
                <a:latin typeface="Helvetica Neue"/>
                <a:ea typeface="Helvetica Neue"/>
                <a:cs typeface="Helvetica Neue"/>
                <a:sym typeface="Helvetica Neue"/>
              </a:defRPr>
            </a:lvl3pPr>
            <a:lvl4pPr indent="685800" lvl="3" rtl="0" algn="ctr">
              <a:spcBef>
                <a:spcPts val="0"/>
              </a:spcBef>
              <a:defRPr sz="8000">
                <a:latin typeface="Helvetica Neue"/>
                <a:ea typeface="Helvetica Neue"/>
                <a:cs typeface="Helvetica Neue"/>
                <a:sym typeface="Helvetica Neue"/>
              </a:defRPr>
            </a:lvl4pPr>
            <a:lvl5pPr indent="914400" lvl="4" rtl="0" algn="ctr">
              <a:spcBef>
                <a:spcPts val="0"/>
              </a:spcBef>
              <a:defRPr sz="8000">
                <a:latin typeface="Helvetica Neue"/>
                <a:ea typeface="Helvetica Neue"/>
                <a:cs typeface="Helvetica Neue"/>
                <a:sym typeface="Helvetica Neue"/>
              </a:defRPr>
            </a:lvl5pPr>
            <a:lvl6pPr indent="1143000" lvl="5" rtl="0" algn="ctr">
              <a:spcBef>
                <a:spcPts val="0"/>
              </a:spcBef>
              <a:defRPr sz="8000">
                <a:latin typeface="Helvetica Neue"/>
                <a:ea typeface="Helvetica Neue"/>
                <a:cs typeface="Helvetica Neue"/>
                <a:sym typeface="Helvetica Neue"/>
              </a:defRPr>
            </a:lvl6pPr>
            <a:lvl7pPr indent="1371600" lvl="6" rtl="0" algn="ctr">
              <a:spcBef>
                <a:spcPts val="0"/>
              </a:spcBef>
              <a:defRPr sz="8000">
                <a:latin typeface="Helvetica Neue"/>
                <a:ea typeface="Helvetica Neue"/>
                <a:cs typeface="Helvetica Neue"/>
                <a:sym typeface="Helvetica Neue"/>
              </a:defRPr>
            </a:lvl7pPr>
            <a:lvl8pPr indent="1600200" lvl="7" rtl="0" algn="ctr">
              <a:spcBef>
                <a:spcPts val="0"/>
              </a:spcBef>
              <a:defRPr sz="8000">
                <a:latin typeface="Helvetica Neue"/>
                <a:ea typeface="Helvetica Neue"/>
                <a:cs typeface="Helvetica Neue"/>
                <a:sym typeface="Helvetica Neue"/>
              </a:defRPr>
            </a:lvl8pPr>
            <a:lvl9pPr indent="1828800" lvl="8" rtl="0" algn="ctr">
              <a:spcBef>
                <a:spcPts val="0"/>
              </a:spcBef>
              <a:defRPr sz="8000">
                <a:latin typeface="Helvetica Neue"/>
                <a:ea typeface="Helvetica Neue"/>
                <a:cs typeface="Helvetica Neue"/>
                <a:sym typeface="Helvetica Neue"/>
              </a:defRPr>
            </a:lvl9pPr>
          </a:lstStyle>
          <a:p/>
        </p:txBody>
      </p:sp>
      <p:sp>
        <p:nvSpPr>
          <p:cNvPr id="13" name="Shape 13"/>
          <p:cNvSpPr txBox="1"/>
          <p:nvPr>
            <p:ph idx="1" type="body"/>
          </p:nvPr>
        </p:nvSpPr>
        <p:spPr>
          <a:xfrm>
            <a:off x="1270000" y="5029200"/>
            <a:ext cx="10464800" cy="1130299"/>
          </a:xfrm>
          <a:prstGeom prst="rect">
            <a:avLst/>
          </a:prstGeom>
          <a:noFill/>
          <a:ln>
            <a:noFill/>
          </a:ln>
        </p:spPr>
        <p:txBody>
          <a:bodyPr anchorCtr="0" anchor="t" bIns="91425" lIns="91425" rIns="91425" tIns="91425"/>
          <a:lstStyle>
            <a:lvl1pPr indent="0" lvl="0" marL="0" rtl="0" algn="ctr">
              <a:spcBef>
                <a:spcPts val="0"/>
              </a:spcBef>
              <a:buFont typeface="Helvetica Neue"/>
              <a:buNone/>
              <a:defRPr sz="3200"/>
            </a:lvl1pPr>
            <a:lvl2pPr indent="228600" lvl="1" marL="0" rtl="0" algn="ctr">
              <a:spcBef>
                <a:spcPts val="0"/>
              </a:spcBef>
              <a:buFont typeface="Helvetica Neue"/>
              <a:buNone/>
              <a:defRPr sz="3200"/>
            </a:lvl2pPr>
            <a:lvl3pPr indent="457200" lvl="2" marL="0" rtl="0" algn="ctr">
              <a:spcBef>
                <a:spcPts val="0"/>
              </a:spcBef>
              <a:buFont typeface="Helvetica Neue"/>
              <a:buNone/>
              <a:defRPr sz="3200"/>
            </a:lvl3pPr>
            <a:lvl4pPr indent="685800" lvl="3" marL="0" rtl="0" algn="ctr">
              <a:spcBef>
                <a:spcPts val="0"/>
              </a:spcBef>
              <a:buFont typeface="Helvetica Neue"/>
              <a:buNone/>
              <a:defRPr sz="3200"/>
            </a:lvl4pPr>
            <a:lvl5pPr indent="914400" lvl="4" marL="0" rtl="0" algn="ctr">
              <a:spcBef>
                <a:spcPts val="0"/>
              </a:spcBef>
              <a:buFont typeface="Helvetica Neue"/>
              <a:buNone/>
              <a:defRPr sz="3200"/>
            </a:lvl5pPr>
            <a:lvl6pPr lvl="5" rtl="0">
              <a:spcBef>
                <a:spcPts val="0"/>
              </a:spcBef>
              <a:defRPr sz="3600">
                <a:latin typeface="Helvetica Neue"/>
                <a:ea typeface="Helvetica Neue"/>
                <a:cs typeface="Helvetica Neue"/>
                <a:sym typeface="Helvetica Neue"/>
              </a:defRPr>
            </a:lvl6pPr>
            <a:lvl7pPr lvl="6" rtl="0">
              <a:spcBef>
                <a:spcPts val="0"/>
              </a:spcBef>
              <a:defRPr sz="3600">
                <a:latin typeface="Helvetica Neue"/>
                <a:ea typeface="Helvetica Neue"/>
                <a:cs typeface="Helvetica Neue"/>
                <a:sym typeface="Helvetica Neue"/>
              </a:defRPr>
            </a:lvl7pPr>
            <a:lvl8pPr lvl="7" rtl="0">
              <a:spcBef>
                <a:spcPts val="0"/>
              </a:spcBef>
              <a:defRPr sz="3600">
                <a:latin typeface="Helvetica Neue"/>
                <a:ea typeface="Helvetica Neue"/>
                <a:cs typeface="Helvetica Neue"/>
                <a:sym typeface="Helvetica Neue"/>
              </a:defRPr>
            </a:lvl8pPr>
            <a:lvl9pPr lvl="8" rtl="0">
              <a:spcBef>
                <a:spcPts val="0"/>
              </a:spcBef>
              <a:defRPr sz="3600">
                <a:latin typeface="Helvetica Neue"/>
                <a:ea typeface="Helvetica Neue"/>
                <a:cs typeface="Helvetica Neue"/>
                <a:sym typeface="Helvetica Neu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Photo - Horizontal">
    <p:spTree>
      <p:nvGrpSpPr>
        <p:cNvPr id="14" name="Shape 14"/>
        <p:cNvGrpSpPr/>
        <p:nvPr/>
      </p:nvGrpSpPr>
      <p:grpSpPr>
        <a:xfrm>
          <a:off x="0" y="0"/>
          <a:ext cx="0" cy="0"/>
          <a:chOff x="0" y="0"/>
          <a:chExt cx="0" cy="0"/>
        </a:xfrm>
      </p:grpSpPr>
      <p:sp>
        <p:nvSpPr>
          <p:cNvPr id="15" name="Shape 15"/>
          <p:cNvSpPr txBox="1"/>
          <p:nvPr>
            <p:ph type="title"/>
          </p:nvPr>
        </p:nvSpPr>
        <p:spPr>
          <a:xfrm>
            <a:off x="1270000" y="6718300"/>
            <a:ext cx="10464800" cy="1422400"/>
          </a:xfrm>
          <a:prstGeom prst="rect">
            <a:avLst/>
          </a:prstGeom>
          <a:noFill/>
          <a:ln>
            <a:noFill/>
          </a:ln>
        </p:spPr>
        <p:txBody>
          <a:bodyPr anchorCtr="0" anchor="b" bIns="91425" lIns="91425" rIns="91425" tIns="91425"/>
          <a:lstStyle>
            <a:lvl1pPr lvl="0" rtl="0" algn="ctr">
              <a:spcBef>
                <a:spcPts val="0"/>
              </a:spcBef>
              <a:defRPr sz="8000">
                <a:latin typeface="Helvetica Neue"/>
                <a:ea typeface="Helvetica Neue"/>
                <a:cs typeface="Helvetica Neue"/>
                <a:sym typeface="Helvetica Neue"/>
              </a:defRPr>
            </a:lvl1pPr>
            <a:lvl2pPr indent="228600" lvl="1" rtl="0" algn="ctr">
              <a:spcBef>
                <a:spcPts val="0"/>
              </a:spcBef>
              <a:defRPr sz="8000">
                <a:latin typeface="Helvetica Neue"/>
                <a:ea typeface="Helvetica Neue"/>
                <a:cs typeface="Helvetica Neue"/>
                <a:sym typeface="Helvetica Neue"/>
              </a:defRPr>
            </a:lvl2pPr>
            <a:lvl3pPr indent="457200" lvl="2" rtl="0" algn="ctr">
              <a:spcBef>
                <a:spcPts val="0"/>
              </a:spcBef>
              <a:defRPr sz="8000">
                <a:latin typeface="Helvetica Neue"/>
                <a:ea typeface="Helvetica Neue"/>
                <a:cs typeface="Helvetica Neue"/>
                <a:sym typeface="Helvetica Neue"/>
              </a:defRPr>
            </a:lvl3pPr>
            <a:lvl4pPr indent="685800" lvl="3" rtl="0" algn="ctr">
              <a:spcBef>
                <a:spcPts val="0"/>
              </a:spcBef>
              <a:defRPr sz="8000">
                <a:latin typeface="Helvetica Neue"/>
                <a:ea typeface="Helvetica Neue"/>
                <a:cs typeface="Helvetica Neue"/>
                <a:sym typeface="Helvetica Neue"/>
              </a:defRPr>
            </a:lvl4pPr>
            <a:lvl5pPr indent="914400" lvl="4" rtl="0" algn="ctr">
              <a:spcBef>
                <a:spcPts val="0"/>
              </a:spcBef>
              <a:defRPr sz="8000">
                <a:latin typeface="Helvetica Neue"/>
                <a:ea typeface="Helvetica Neue"/>
                <a:cs typeface="Helvetica Neue"/>
                <a:sym typeface="Helvetica Neue"/>
              </a:defRPr>
            </a:lvl5pPr>
            <a:lvl6pPr indent="1143000" lvl="5" rtl="0" algn="ctr">
              <a:spcBef>
                <a:spcPts val="0"/>
              </a:spcBef>
              <a:defRPr sz="8000">
                <a:latin typeface="Helvetica Neue"/>
                <a:ea typeface="Helvetica Neue"/>
                <a:cs typeface="Helvetica Neue"/>
                <a:sym typeface="Helvetica Neue"/>
              </a:defRPr>
            </a:lvl6pPr>
            <a:lvl7pPr indent="1371600" lvl="6" rtl="0" algn="ctr">
              <a:spcBef>
                <a:spcPts val="0"/>
              </a:spcBef>
              <a:defRPr sz="8000">
                <a:latin typeface="Helvetica Neue"/>
                <a:ea typeface="Helvetica Neue"/>
                <a:cs typeface="Helvetica Neue"/>
                <a:sym typeface="Helvetica Neue"/>
              </a:defRPr>
            </a:lvl7pPr>
            <a:lvl8pPr indent="1600200" lvl="7" rtl="0" algn="ctr">
              <a:spcBef>
                <a:spcPts val="0"/>
              </a:spcBef>
              <a:defRPr sz="8000">
                <a:latin typeface="Helvetica Neue"/>
                <a:ea typeface="Helvetica Neue"/>
                <a:cs typeface="Helvetica Neue"/>
                <a:sym typeface="Helvetica Neue"/>
              </a:defRPr>
            </a:lvl8pPr>
            <a:lvl9pPr indent="1828800" lvl="8" rtl="0" algn="ctr">
              <a:spcBef>
                <a:spcPts val="0"/>
              </a:spcBef>
              <a:defRPr sz="8000">
                <a:latin typeface="Helvetica Neue"/>
                <a:ea typeface="Helvetica Neue"/>
                <a:cs typeface="Helvetica Neue"/>
                <a:sym typeface="Helvetica Neue"/>
              </a:defRPr>
            </a:lvl9pPr>
          </a:lstStyle>
          <a:p/>
        </p:txBody>
      </p:sp>
      <p:sp>
        <p:nvSpPr>
          <p:cNvPr id="16" name="Shape 16"/>
          <p:cNvSpPr txBox="1"/>
          <p:nvPr>
            <p:ph idx="1" type="body"/>
          </p:nvPr>
        </p:nvSpPr>
        <p:spPr>
          <a:xfrm>
            <a:off x="1270000" y="8191500"/>
            <a:ext cx="10464800" cy="1130299"/>
          </a:xfrm>
          <a:prstGeom prst="rect">
            <a:avLst/>
          </a:prstGeom>
          <a:noFill/>
          <a:ln>
            <a:noFill/>
          </a:ln>
        </p:spPr>
        <p:txBody>
          <a:bodyPr anchorCtr="0" anchor="t" bIns="91425" lIns="91425" rIns="91425" tIns="91425"/>
          <a:lstStyle>
            <a:lvl1pPr indent="0" lvl="0" marL="0" rtl="0" algn="ctr">
              <a:spcBef>
                <a:spcPts val="0"/>
              </a:spcBef>
              <a:buFont typeface="Helvetica Neue"/>
              <a:buNone/>
              <a:defRPr sz="3200"/>
            </a:lvl1pPr>
            <a:lvl2pPr indent="228600" lvl="1" marL="0" rtl="0" algn="ctr">
              <a:spcBef>
                <a:spcPts val="0"/>
              </a:spcBef>
              <a:buFont typeface="Helvetica Neue"/>
              <a:buNone/>
              <a:defRPr sz="3200"/>
            </a:lvl2pPr>
            <a:lvl3pPr indent="457200" lvl="2" marL="0" rtl="0" algn="ctr">
              <a:spcBef>
                <a:spcPts val="0"/>
              </a:spcBef>
              <a:buFont typeface="Helvetica Neue"/>
              <a:buNone/>
              <a:defRPr sz="3200"/>
            </a:lvl3pPr>
            <a:lvl4pPr indent="685800" lvl="3" marL="0" rtl="0" algn="ctr">
              <a:spcBef>
                <a:spcPts val="0"/>
              </a:spcBef>
              <a:buFont typeface="Helvetica Neue"/>
              <a:buNone/>
              <a:defRPr sz="3200"/>
            </a:lvl4pPr>
            <a:lvl5pPr indent="914400" lvl="4" marL="0" rtl="0" algn="ctr">
              <a:spcBef>
                <a:spcPts val="0"/>
              </a:spcBef>
              <a:buFont typeface="Helvetica Neue"/>
              <a:buNone/>
              <a:defRPr sz="3200"/>
            </a:lvl5pPr>
            <a:lvl6pPr lvl="5" rtl="0">
              <a:spcBef>
                <a:spcPts val="0"/>
              </a:spcBef>
              <a:defRPr sz="3600">
                <a:latin typeface="Helvetica Neue"/>
                <a:ea typeface="Helvetica Neue"/>
                <a:cs typeface="Helvetica Neue"/>
                <a:sym typeface="Helvetica Neue"/>
              </a:defRPr>
            </a:lvl6pPr>
            <a:lvl7pPr lvl="6" rtl="0">
              <a:spcBef>
                <a:spcPts val="0"/>
              </a:spcBef>
              <a:defRPr sz="3600">
                <a:latin typeface="Helvetica Neue"/>
                <a:ea typeface="Helvetica Neue"/>
                <a:cs typeface="Helvetica Neue"/>
                <a:sym typeface="Helvetica Neue"/>
              </a:defRPr>
            </a:lvl7pPr>
            <a:lvl8pPr lvl="7" rtl="0">
              <a:spcBef>
                <a:spcPts val="0"/>
              </a:spcBef>
              <a:defRPr sz="3600">
                <a:latin typeface="Helvetica Neue"/>
                <a:ea typeface="Helvetica Neue"/>
                <a:cs typeface="Helvetica Neue"/>
                <a:sym typeface="Helvetica Neue"/>
              </a:defRPr>
            </a:lvl8pPr>
            <a:lvl9pPr lvl="8" rtl="0">
              <a:spcBef>
                <a:spcPts val="0"/>
              </a:spcBef>
              <a:defRPr sz="3600">
                <a:latin typeface="Helvetica Neue"/>
                <a:ea typeface="Helvetica Neue"/>
                <a:cs typeface="Helvetica Neue"/>
                <a:sym typeface="Helvetica Neu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 Center">
    <p:spTree>
      <p:nvGrpSpPr>
        <p:cNvPr id="17" name="Shape 17"/>
        <p:cNvGrpSpPr/>
        <p:nvPr/>
      </p:nvGrpSpPr>
      <p:grpSpPr>
        <a:xfrm>
          <a:off x="0" y="0"/>
          <a:ext cx="0" cy="0"/>
          <a:chOff x="0" y="0"/>
          <a:chExt cx="0" cy="0"/>
        </a:xfrm>
      </p:grpSpPr>
      <p:sp>
        <p:nvSpPr>
          <p:cNvPr id="18" name="Shape 18"/>
          <p:cNvSpPr txBox="1"/>
          <p:nvPr>
            <p:ph type="title"/>
          </p:nvPr>
        </p:nvSpPr>
        <p:spPr>
          <a:xfrm>
            <a:off x="1270000" y="3225800"/>
            <a:ext cx="10464800" cy="3301999"/>
          </a:xfrm>
          <a:prstGeom prst="rect">
            <a:avLst/>
          </a:prstGeom>
          <a:noFill/>
          <a:ln>
            <a:noFill/>
          </a:ln>
        </p:spPr>
        <p:txBody>
          <a:bodyPr anchorCtr="0" anchor="ctr" bIns="91425" lIns="91425" rIns="91425" tIns="91425"/>
          <a:lstStyle>
            <a:lvl1pPr lvl="0" rtl="0" algn="ctr">
              <a:spcBef>
                <a:spcPts val="0"/>
              </a:spcBef>
              <a:defRPr sz="8000">
                <a:latin typeface="Helvetica Neue"/>
                <a:ea typeface="Helvetica Neue"/>
                <a:cs typeface="Helvetica Neue"/>
                <a:sym typeface="Helvetica Neue"/>
              </a:defRPr>
            </a:lvl1pPr>
            <a:lvl2pPr indent="228600" lvl="1" rtl="0" algn="ctr">
              <a:spcBef>
                <a:spcPts val="0"/>
              </a:spcBef>
              <a:defRPr sz="8000">
                <a:latin typeface="Helvetica Neue"/>
                <a:ea typeface="Helvetica Neue"/>
                <a:cs typeface="Helvetica Neue"/>
                <a:sym typeface="Helvetica Neue"/>
              </a:defRPr>
            </a:lvl2pPr>
            <a:lvl3pPr indent="457200" lvl="2" rtl="0" algn="ctr">
              <a:spcBef>
                <a:spcPts val="0"/>
              </a:spcBef>
              <a:defRPr sz="8000">
                <a:latin typeface="Helvetica Neue"/>
                <a:ea typeface="Helvetica Neue"/>
                <a:cs typeface="Helvetica Neue"/>
                <a:sym typeface="Helvetica Neue"/>
              </a:defRPr>
            </a:lvl3pPr>
            <a:lvl4pPr indent="685800" lvl="3" rtl="0" algn="ctr">
              <a:spcBef>
                <a:spcPts val="0"/>
              </a:spcBef>
              <a:defRPr sz="8000">
                <a:latin typeface="Helvetica Neue"/>
                <a:ea typeface="Helvetica Neue"/>
                <a:cs typeface="Helvetica Neue"/>
                <a:sym typeface="Helvetica Neue"/>
              </a:defRPr>
            </a:lvl4pPr>
            <a:lvl5pPr indent="914400" lvl="4" rtl="0" algn="ctr">
              <a:spcBef>
                <a:spcPts val="0"/>
              </a:spcBef>
              <a:defRPr sz="8000">
                <a:latin typeface="Helvetica Neue"/>
                <a:ea typeface="Helvetica Neue"/>
                <a:cs typeface="Helvetica Neue"/>
                <a:sym typeface="Helvetica Neue"/>
              </a:defRPr>
            </a:lvl5pPr>
            <a:lvl6pPr indent="1143000" lvl="5" rtl="0" algn="ctr">
              <a:spcBef>
                <a:spcPts val="0"/>
              </a:spcBef>
              <a:defRPr sz="8000">
                <a:latin typeface="Helvetica Neue"/>
                <a:ea typeface="Helvetica Neue"/>
                <a:cs typeface="Helvetica Neue"/>
                <a:sym typeface="Helvetica Neue"/>
              </a:defRPr>
            </a:lvl6pPr>
            <a:lvl7pPr indent="1371600" lvl="6" rtl="0" algn="ctr">
              <a:spcBef>
                <a:spcPts val="0"/>
              </a:spcBef>
              <a:defRPr sz="8000">
                <a:latin typeface="Helvetica Neue"/>
                <a:ea typeface="Helvetica Neue"/>
                <a:cs typeface="Helvetica Neue"/>
                <a:sym typeface="Helvetica Neue"/>
              </a:defRPr>
            </a:lvl7pPr>
            <a:lvl8pPr indent="1600200" lvl="7" rtl="0" algn="ctr">
              <a:spcBef>
                <a:spcPts val="0"/>
              </a:spcBef>
              <a:defRPr sz="8000">
                <a:latin typeface="Helvetica Neue"/>
                <a:ea typeface="Helvetica Neue"/>
                <a:cs typeface="Helvetica Neue"/>
                <a:sym typeface="Helvetica Neue"/>
              </a:defRPr>
            </a:lvl8pPr>
            <a:lvl9pPr indent="1828800" lvl="8" rtl="0" algn="ctr">
              <a:spcBef>
                <a:spcPts val="0"/>
              </a:spcBef>
              <a:defRPr sz="8000">
                <a:latin typeface="Helvetica Neue"/>
                <a:ea typeface="Helvetica Neue"/>
                <a:cs typeface="Helvetica Neue"/>
                <a:sym typeface="Helvetica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Photo - Vertical">
    <p:spTree>
      <p:nvGrpSpPr>
        <p:cNvPr id="19" name="Shape 19"/>
        <p:cNvGrpSpPr/>
        <p:nvPr/>
      </p:nvGrpSpPr>
      <p:grpSpPr>
        <a:xfrm>
          <a:off x="0" y="0"/>
          <a:ext cx="0" cy="0"/>
          <a:chOff x="0" y="0"/>
          <a:chExt cx="0" cy="0"/>
        </a:xfrm>
      </p:grpSpPr>
      <p:sp>
        <p:nvSpPr>
          <p:cNvPr id="20" name="Shape 20"/>
          <p:cNvSpPr txBox="1"/>
          <p:nvPr>
            <p:ph type="title"/>
          </p:nvPr>
        </p:nvSpPr>
        <p:spPr>
          <a:xfrm>
            <a:off x="952500" y="635000"/>
            <a:ext cx="5333999" cy="3987800"/>
          </a:xfrm>
          <a:prstGeom prst="rect">
            <a:avLst/>
          </a:prstGeom>
          <a:noFill/>
          <a:ln>
            <a:noFill/>
          </a:ln>
        </p:spPr>
        <p:txBody>
          <a:bodyPr anchorCtr="0" anchor="b" bIns="91425" lIns="91425" rIns="91425" tIns="91425"/>
          <a:lstStyle>
            <a:lvl1pPr lvl="0" rtl="0">
              <a:spcBef>
                <a:spcPts val="0"/>
              </a:spcBef>
              <a:defRPr sz="6000"/>
            </a:lvl1pPr>
            <a:lvl2pPr lvl="1" rtl="0">
              <a:spcBef>
                <a:spcPts val="0"/>
              </a:spcBef>
              <a:defRPr sz="8000">
                <a:latin typeface="Helvetica Neue"/>
                <a:ea typeface="Helvetica Neue"/>
                <a:cs typeface="Helvetica Neue"/>
                <a:sym typeface="Helvetica Neue"/>
              </a:defRPr>
            </a:lvl2pPr>
            <a:lvl3pPr lvl="2" rtl="0">
              <a:spcBef>
                <a:spcPts val="0"/>
              </a:spcBef>
              <a:defRPr sz="8000">
                <a:latin typeface="Helvetica Neue"/>
                <a:ea typeface="Helvetica Neue"/>
                <a:cs typeface="Helvetica Neue"/>
                <a:sym typeface="Helvetica Neue"/>
              </a:defRPr>
            </a:lvl3pPr>
            <a:lvl4pPr lvl="3" rtl="0">
              <a:spcBef>
                <a:spcPts val="0"/>
              </a:spcBef>
              <a:defRPr sz="8000">
                <a:latin typeface="Helvetica Neue"/>
                <a:ea typeface="Helvetica Neue"/>
                <a:cs typeface="Helvetica Neue"/>
                <a:sym typeface="Helvetica Neue"/>
              </a:defRPr>
            </a:lvl4pPr>
            <a:lvl5pPr lvl="4" rtl="0">
              <a:spcBef>
                <a:spcPts val="0"/>
              </a:spcBef>
              <a:defRPr sz="8000">
                <a:latin typeface="Helvetica Neue"/>
                <a:ea typeface="Helvetica Neue"/>
                <a:cs typeface="Helvetica Neue"/>
                <a:sym typeface="Helvetica Neue"/>
              </a:defRPr>
            </a:lvl5pPr>
            <a:lvl6pPr lvl="5" rtl="0">
              <a:spcBef>
                <a:spcPts val="0"/>
              </a:spcBef>
              <a:defRPr sz="8000">
                <a:latin typeface="Helvetica Neue"/>
                <a:ea typeface="Helvetica Neue"/>
                <a:cs typeface="Helvetica Neue"/>
                <a:sym typeface="Helvetica Neue"/>
              </a:defRPr>
            </a:lvl6pPr>
            <a:lvl7pPr lvl="6" rtl="0">
              <a:spcBef>
                <a:spcPts val="0"/>
              </a:spcBef>
              <a:defRPr sz="8000">
                <a:latin typeface="Helvetica Neue"/>
                <a:ea typeface="Helvetica Neue"/>
                <a:cs typeface="Helvetica Neue"/>
                <a:sym typeface="Helvetica Neue"/>
              </a:defRPr>
            </a:lvl7pPr>
            <a:lvl8pPr lvl="7" rtl="0">
              <a:spcBef>
                <a:spcPts val="0"/>
              </a:spcBef>
              <a:defRPr sz="8000">
                <a:latin typeface="Helvetica Neue"/>
                <a:ea typeface="Helvetica Neue"/>
                <a:cs typeface="Helvetica Neue"/>
                <a:sym typeface="Helvetica Neue"/>
              </a:defRPr>
            </a:lvl8pPr>
            <a:lvl9pPr lvl="8" rtl="0">
              <a:spcBef>
                <a:spcPts val="0"/>
              </a:spcBef>
              <a:defRPr sz="8000">
                <a:latin typeface="Helvetica Neue"/>
                <a:ea typeface="Helvetica Neue"/>
                <a:cs typeface="Helvetica Neue"/>
                <a:sym typeface="Helvetica Neue"/>
              </a:defRPr>
            </a:lvl9pPr>
          </a:lstStyle>
          <a:p/>
        </p:txBody>
      </p:sp>
      <p:sp>
        <p:nvSpPr>
          <p:cNvPr id="21" name="Shape 21"/>
          <p:cNvSpPr txBox="1"/>
          <p:nvPr>
            <p:ph idx="1" type="body"/>
          </p:nvPr>
        </p:nvSpPr>
        <p:spPr>
          <a:xfrm>
            <a:off x="952500" y="4762500"/>
            <a:ext cx="5333999" cy="4102100"/>
          </a:xfrm>
          <a:prstGeom prst="rect">
            <a:avLst/>
          </a:prstGeom>
          <a:noFill/>
          <a:ln>
            <a:noFill/>
          </a:ln>
        </p:spPr>
        <p:txBody>
          <a:bodyPr anchorCtr="0" anchor="t" bIns="91425" lIns="91425" rIns="91425" tIns="91425"/>
          <a:lstStyle>
            <a:lvl1pPr indent="0" lvl="0" marL="0" rtl="0" algn="ctr">
              <a:spcBef>
                <a:spcPts val="0"/>
              </a:spcBef>
              <a:buFont typeface="Helvetica Neue"/>
              <a:buNone/>
              <a:defRPr sz="3200"/>
            </a:lvl1pPr>
            <a:lvl2pPr indent="228600" lvl="1" marL="0" rtl="0" algn="ctr">
              <a:spcBef>
                <a:spcPts val="0"/>
              </a:spcBef>
              <a:buFont typeface="Helvetica Neue"/>
              <a:buNone/>
              <a:defRPr sz="3200"/>
            </a:lvl2pPr>
            <a:lvl3pPr indent="457200" lvl="2" marL="0" rtl="0" algn="ctr">
              <a:spcBef>
                <a:spcPts val="0"/>
              </a:spcBef>
              <a:buFont typeface="Helvetica Neue"/>
              <a:buNone/>
              <a:defRPr sz="3200"/>
            </a:lvl3pPr>
            <a:lvl4pPr indent="685800" lvl="3" marL="0" rtl="0" algn="ctr">
              <a:spcBef>
                <a:spcPts val="0"/>
              </a:spcBef>
              <a:buFont typeface="Helvetica Neue"/>
              <a:buNone/>
              <a:defRPr sz="3200"/>
            </a:lvl4pPr>
            <a:lvl5pPr indent="914400" lvl="4" marL="0" rtl="0" algn="ctr">
              <a:spcBef>
                <a:spcPts val="0"/>
              </a:spcBef>
              <a:buFont typeface="Helvetica Neue"/>
              <a:buNone/>
              <a:defRPr sz="3200"/>
            </a:lvl5pPr>
            <a:lvl6pPr lvl="5" rtl="0">
              <a:spcBef>
                <a:spcPts val="0"/>
              </a:spcBef>
              <a:defRPr sz="3600">
                <a:latin typeface="Helvetica Neue"/>
                <a:ea typeface="Helvetica Neue"/>
                <a:cs typeface="Helvetica Neue"/>
                <a:sym typeface="Helvetica Neue"/>
              </a:defRPr>
            </a:lvl6pPr>
            <a:lvl7pPr lvl="6" rtl="0">
              <a:spcBef>
                <a:spcPts val="0"/>
              </a:spcBef>
              <a:defRPr sz="3600">
                <a:latin typeface="Helvetica Neue"/>
                <a:ea typeface="Helvetica Neue"/>
                <a:cs typeface="Helvetica Neue"/>
                <a:sym typeface="Helvetica Neue"/>
              </a:defRPr>
            </a:lvl7pPr>
            <a:lvl8pPr lvl="7" rtl="0">
              <a:spcBef>
                <a:spcPts val="0"/>
              </a:spcBef>
              <a:defRPr sz="3600">
                <a:latin typeface="Helvetica Neue"/>
                <a:ea typeface="Helvetica Neue"/>
                <a:cs typeface="Helvetica Neue"/>
                <a:sym typeface="Helvetica Neue"/>
              </a:defRPr>
            </a:lvl8pPr>
            <a:lvl9pPr lvl="8" rtl="0">
              <a:spcBef>
                <a:spcPts val="0"/>
              </a:spcBef>
              <a:defRPr sz="3600">
                <a:latin typeface="Helvetica Neue"/>
                <a:ea typeface="Helvetica Neue"/>
                <a:cs typeface="Helvetica Neue"/>
                <a:sym typeface="Helvetica Neu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 Top">
    <p:spTree>
      <p:nvGrpSpPr>
        <p:cNvPr id="22" name="Shape 22"/>
        <p:cNvGrpSpPr/>
        <p:nvPr/>
      </p:nvGrpSpPr>
      <p:grpSpPr>
        <a:xfrm>
          <a:off x="0" y="0"/>
          <a:ext cx="0" cy="0"/>
          <a:chOff x="0" y="0"/>
          <a:chExt cx="0" cy="0"/>
        </a:xfrm>
      </p:grpSpPr>
      <p:sp>
        <p:nvSpPr>
          <p:cNvPr id="23" name="Shape 23"/>
          <p:cNvSpPr txBox="1"/>
          <p:nvPr>
            <p:ph type="title"/>
          </p:nvPr>
        </p:nvSpPr>
        <p:spPr>
          <a:xfrm>
            <a:off x="952500" y="444500"/>
            <a:ext cx="11099799" cy="2158999"/>
          </a:xfrm>
          <a:prstGeom prst="rect">
            <a:avLst/>
          </a:prstGeom>
          <a:noFill/>
          <a:ln>
            <a:noFill/>
          </a:ln>
        </p:spPr>
        <p:txBody>
          <a:bodyPr anchorCtr="0" anchor="ctr" bIns="91425" lIns="91425" rIns="91425" tIns="91425"/>
          <a:lstStyle>
            <a:lvl1pPr lvl="0" rtl="0" algn="ctr">
              <a:spcBef>
                <a:spcPts val="0"/>
              </a:spcBef>
              <a:defRPr sz="8000">
                <a:latin typeface="Helvetica Neue"/>
                <a:ea typeface="Helvetica Neue"/>
                <a:cs typeface="Helvetica Neue"/>
                <a:sym typeface="Helvetica Neue"/>
              </a:defRPr>
            </a:lvl1pPr>
            <a:lvl2pPr indent="228600" lvl="1" rtl="0" algn="ctr">
              <a:spcBef>
                <a:spcPts val="0"/>
              </a:spcBef>
              <a:defRPr sz="8000">
                <a:latin typeface="Helvetica Neue"/>
                <a:ea typeface="Helvetica Neue"/>
                <a:cs typeface="Helvetica Neue"/>
                <a:sym typeface="Helvetica Neue"/>
              </a:defRPr>
            </a:lvl2pPr>
            <a:lvl3pPr indent="457200" lvl="2" rtl="0" algn="ctr">
              <a:spcBef>
                <a:spcPts val="0"/>
              </a:spcBef>
              <a:defRPr sz="8000">
                <a:latin typeface="Helvetica Neue"/>
                <a:ea typeface="Helvetica Neue"/>
                <a:cs typeface="Helvetica Neue"/>
                <a:sym typeface="Helvetica Neue"/>
              </a:defRPr>
            </a:lvl3pPr>
            <a:lvl4pPr indent="685800" lvl="3" rtl="0" algn="ctr">
              <a:spcBef>
                <a:spcPts val="0"/>
              </a:spcBef>
              <a:defRPr sz="8000">
                <a:latin typeface="Helvetica Neue"/>
                <a:ea typeface="Helvetica Neue"/>
                <a:cs typeface="Helvetica Neue"/>
                <a:sym typeface="Helvetica Neue"/>
              </a:defRPr>
            </a:lvl4pPr>
            <a:lvl5pPr indent="914400" lvl="4" rtl="0" algn="ctr">
              <a:spcBef>
                <a:spcPts val="0"/>
              </a:spcBef>
              <a:defRPr sz="8000">
                <a:latin typeface="Helvetica Neue"/>
                <a:ea typeface="Helvetica Neue"/>
                <a:cs typeface="Helvetica Neue"/>
                <a:sym typeface="Helvetica Neue"/>
              </a:defRPr>
            </a:lvl5pPr>
            <a:lvl6pPr indent="1143000" lvl="5" rtl="0" algn="ctr">
              <a:spcBef>
                <a:spcPts val="0"/>
              </a:spcBef>
              <a:defRPr sz="8000">
                <a:latin typeface="Helvetica Neue"/>
                <a:ea typeface="Helvetica Neue"/>
                <a:cs typeface="Helvetica Neue"/>
                <a:sym typeface="Helvetica Neue"/>
              </a:defRPr>
            </a:lvl6pPr>
            <a:lvl7pPr indent="1371600" lvl="6" rtl="0" algn="ctr">
              <a:spcBef>
                <a:spcPts val="0"/>
              </a:spcBef>
              <a:defRPr sz="8000">
                <a:latin typeface="Helvetica Neue"/>
                <a:ea typeface="Helvetica Neue"/>
                <a:cs typeface="Helvetica Neue"/>
                <a:sym typeface="Helvetica Neue"/>
              </a:defRPr>
            </a:lvl7pPr>
            <a:lvl8pPr indent="1600200" lvl="7" rtl="0" algn="ctr">
              <a:spcBef>
                <a:spcPts val="0"/>
              </a:spcBef>
              <a:defRPr sz="8000">
                <a:latin typeface="Helvetica Neue"/>
                <a:ea typeface="Helvetica Neue"/>
                <a:cs typeface="Helvetica Neue"/>
                <a:sym typeface="Helvetica Neue"/>
              </a:defRPr>
            </a:lvl8pPr>
            <a:lvl9pPr indent="1828800" lvl="8" rtl="0" algn="ctr">
              <a:spcBef>
                <a:spcPts val="0"/>
              </a:spcBef>
              <a:defRPr sz="8000">
                <a:latin typeface="Helvetica Neue"/>
                <a:ea typeface="Helvetica Neue"/>
                <a:cs typeface="Helvetica Neue"/>
                <a:sym typeface="Helvetica Neu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Bullets &amp; Photo">
    <p:spTree>
      <p:nvGrpSpPr>
        <p:cNvPr id="24" name="Shape 24"/>
        <p:cNvGrpSpPr/>
        <p:nvPr/>
      </p:nvGrpSpPr>
      <p:grpSpPr>
        <a:xfrm>
          <a:off x="0" y="0"/>
          <a:ext cx="0" cy="0"/>
          <a:chOff x="0" y="0"/>
          <a:chExt cx="0" cy="0"/>
        </a:xfrm>
      </p:grpSpPr>
      <p:sp>
        <p:nvSpPr>
          <p:cNvPr id="25" name="Shape 25"/>
          <p:cNvSpPr txBox="1"/>
          <p:nvPr>
            <p:ph type="title"/>
          </p:nvPr>
        </p:nvSpPr>
        <p:spPr>
          <a:xfrm>
            <a:off x="952500" y="444500"/>
            <a:ext cx="11099799" cy="2158999"/>
          </a:xfrm>
          <a:prstGeom prst="rect">
            <a:avLst/>
          </a:prstGeom>
          <a:noFill/>
          <a:ln>
            <a:noFill/>
          </a:ln>
        </p:spPr>
        <p:txBody>
          <a:bodyPr anchorCtr="0" anchor="ctr" bIns="91425" lIns="91425" rIns="91425" tIns="91425"/>
          <a:lstStyle>
            <a:lvl1pPr lvl="0" rtl="0" algn="ctr">
              <a:spcBef>
                <a:spcPts val="0"/>
              </a:spcBef>
              <a:defRPr sz="8000">
                <a:latin typeface="Helvetica Neue"/>
                <a:ea typeface="Helvetica Neue"/>
                <a:cs typeface="Helvetica Neue"/>
                <a:sym typeface="Helvetica Neue"/>
              </a:defRPr>
            </a:lvl1pPr>
            <a:lvl2pPr indent="228600" lvl="1" rtl="0" algn="ctr">
              <a:spcBef>
                <a:spcPts val="0"/>
              </a:spcBef>
              <a:defRPr sz="8000">
                <a:latin typeface="Helvetica Neue"/>
                <a:ea typeface="Helvetica Neue"/>
                <a:cs typeface="Helvetica Neue"/>
                <a:sym typeface="Helvetica Neue"/>
              </a:defRPr>
            </a:lvl2pPr>
            <a:lvl3pPr indent="457200" lvl="2" rtl="0" algn="ctr">
              <a:spcBef>
                <a:spcPts val="0"/>
              </a:spcBef>
              <a:defRPr sz="8000">
                <a:latin typeface="Helvetica Neue"/>
                <a:ea typeface="Helvetica Neue"/>
                <a:cs typeface="Helvetica Neue"/>
                <a:sym typeface="Helvetica Neue"/>
              </a:defRPr>
            </a:lvl3pPr>
            <a:lvl4pPr indent="685800" lvl="3" rtl="0" algn="ctr">
              <a:spcBef>
                <a:spcPts val="0"/>
              </a:spcBef>
              <a:defRPr sz="8000">
                <a:latin typeface="Helvetica Neue"/>
                <a:ea typeface="Helvetica Neue"/>
                <a:cs typeface="Helvetica Neue"/>
                <a:sym typeface="Helvetica Neue"/>
              </a:defRPr>
            </a:lvl4pPr>
            <a:lvl5pPr indent="914400" lvl="4" rtl="0" algn="ctr">
              <a:spcBef>
                <a:spcPts val="0"/>
              </a:spcBef>
              <a:defRPr sz="8000">
                <a:latin typeface="Helvetica Neue"/>
                <a:ea typeface="Helvetica Neue"/>
                <a:cs typeface="Helvetica Neue"/>
                <a:sym typeface="Helvetica Neue"/>
              </a:defRPr>
            </a:lvl5pPr>
            <a:lvl6pPr indent="1143000" lvl="5" rtl="0" algn="ctr">
              <a:spcBef>
                <a:spcPts val="0"/>
              </a:spcBef>
              <a:defRPr sz="8000">
                <a:latin typeface="Helvetica Neue"/>
                <a:ea typeface="Helvetica Neue"/>
                <a:cs typeface="Helvetica Neue"/>
                <a:sym typeface="Helvetica Neue"/>
              </a:defRPr>
            </a:lvl6pPr>
            <a:lvl7pPr indent="1371600" lvl="6" rtl="0" algn="ctr">
              <a:spcBef>
                <a:spcPts val="0"/>
              </a:spcBef>
              <a:defRPr sz="8000">
                <a:latin typeface="Helvetica Neue"/>
                <a:ea typeface="Helvetica Neue"/>
                <a:cs typeface="Helvetica Neue"/>
                <a:sym typeface="Helvetica Neue"/>
              </a:defRPr>
            </a:lvl7pPr>
            <a:lvl8pPr indent="1600200" lvl="7" rtl="0" algn="ctr">
              <a:spcBef>
                <a:spcPts val="0"/>
              </a:spcBef>
              <a:defRPr sz="8000">
                <a:latin typeface="Helvetica Neue"/>
                <a:ea typeface="Helvetica Neue"/>
                <a:cs typeface="Helvetica Neue"/>
                <a:sym typeface="Helvetica Neue"/>
              </a:defRPr>
            </a:lvl8pPr>
            <a:lvl9pPr indent="1828800" lvl="8" rtl="0" algn="ctr">
              <a:spcBef>
                <a:spcPts val="0"/>
              </a:spcBef>
              <a:defRPr sz="8000">
                <a:latin typeface="Helvetica Neue"/>
                <a:ea typeface="Helvetica Neue"/>
                <a:cs typeface="Helvetica Neue"/>
                <a:sym typeface="Helvetica Neue"/>
              </a:defRPr>
            </a:lvl9pPr>
          </a:lstStyle>
          <a:p/>
        </p:txBody>
      </p:sp>
      <p:sp>
        <p:nvSpPr>
          <p:cNvPr id="26" name="Shape 26"/>
          <p:cNvSpPr txBox="1"/>
          <p:nvPr>
            <p:ph idx="1" type="body"/>
          </p:nvPr>
        </p:nvSpPr>
        <p:spPr>
          <a:xfrm>
            <a:off x="952500" y="2603500"/>
            <a:ext cx="5333999" cy="6286499"/>
          </a:xfrm>
          <a:prstGeom prst="rect">
            <a:avLst/>
          </a:prstGeom>
          <a:noFill/>
          <a:ln>
            <a:noFill/>
          </a:ln>
        </p:spPr>
        <p:txBody>
          <a:bodyPr anchorCtr="0" anchor="ctr" bIns="91425" lIns="91425" rIns="91425" tIns="91425"/>
          <a:lstStyle>
            <a:lvl1pPr indent="-342900" lvl="0" marL="342900" rtl="0">
              <a:spcBef>
                <a:spcPts val="3200"/>
              </a:spcBef>
              <a:defRPr sz="2800"/>
            </a:lvl1pPr>
            <a:lvl2pPr indent="-342900" lvl="1" marL="685800" rtl="0">
              <a:spcBef>
                <a:spcPts val="3200"/>
              </a:spcBef>
              <a:defRPr sz="2800"/>
            </a:lvl2pPr>
            <a:lvl3pPr indent="-342900" lvl="2" marL="1028700" rtl="0">
              <a:spcBef>
                <a:spcPts val="3200"/>
              </a:spcBef>
              <a:defRPr sz="2800"/>
            </a:lvl3pPr>
            <a:lvl4pPr indent="-342900" lvl="3" marL="1371600" rtl="0">
              <a:spcBef>
                <a:spcPts val="3200"/>
              </a:spcBef>
              <a:defRPr sz="2800"/>
            </a:lvl4pPr>
            <a:lvl5pPr indent="-342900" lvl="4" marL="1714500" rtl="0">
              <a:spcBef>
                <a:spcPts val="3200"/>
              </a:spcBef>
              <a:defRPr sz="2800"/>
            </a:lvl5pPr>
            <a:lvl6pPr lvl="5" rtl="0">
              <a:spcBef>
                <a:spcPts val="0"/>
              </a:spcBef>
              <a:defRPr sz="3600">
                <a:latin typeface="Helvetica Neue"/>
                <a:ea typeface="Helvetica Neue"/>
                <a:cs typeface="Helvetica Neue"/>
                <a:sym typeface="Helvetica Neue"/>
              </a:defRPr>
            </a:lvl6pPr>
            <a:lvl7pPr lvl="6" rtl="0">
              <a:spcBef>
                <a:spcPts val="0"/>
              </a:spcBef>
              <a:defRPr sz="3600">
                <a:latin typeface="Helvetica Neue"/>
                <a:ea typeface="Helvetica Neue"/>
                <a:cs typeface="Helvetica Neue"/>
                <a:sym typeface="Helvetica Neue"/>
              </a:defRPr>
            </a:lvl7pPr>
            <a:lvl8pPr lvl="7" rtl="0">
              <a:spcBef>
                <a:spcPts val="0"/>
              </a:spcBef>
              <a:defRPr sz="3600">
                <a:latin typeface="Helvetica Neue"/>
                <a:ea typeface="Helvetica Neue"/>
                <a:cs typeface="Helvetica Neue"/>
                <a:sym typeface="Helvetica Neue"/>
              </a:defRPr>
            </a:lvl8pPr>
            <a:lvl9pPr lvl="8" rtl="0">
              <a:spcBef>
                <a:spcPts val="0"/>
              </a:spcBef>
              <a:defRPr sz="3600">
                <a:latin typeface="Helvetica Neue"/>
                <a:ea typeface="Helvetica Neue"/>
                <a:cs typeface="Helvetica Neue"/>
                <a:sym typeface="Helvetica Neu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ullets">
    <p:spTree>
      <p:nvGrpSpPr>
        <p:cNvPr id="27" name="Shape 27"/>
        <p:cNvGrpSpPr/>
        <p:nvPr/>
      </p:nvGrpSpPr>
      <p:grpSpPr>
        <a:xfrm>
          <a:off x="0" y="0"/>
          <a:ext cx="0" cy="0"/>
          <a:chOff x="0" y="0"/>
          <a:chExt cx="0" cy="0"/>
        </a:xfrm>
      </p:grpSpPr>
      <p:sp>
        <p:nvSpPr>
          <p:cNvPr id="28" name="Shape 28"/>
          <p:cNvSpPr txBox="1"/>
          <p:nvPr>
            <p:ph idx="1" type="body"/>
          </p:nvPr>
        </p:nvSpPr>
        <p:spPr>
          <a:xfrm>
            <a:off x="952500" y="1270000"/>
            <a:ext cx="11099799" cy="7213600"/>
          </a:xfrm>
          <a:prstGeom prst="rect">
            <a:avLst/>
          </a:prstGeom>
          <a:noFill/>
          <a:ln>
            <a:noFill/>
          </a:ln>
        </p:spPr>
        <p:txBody>
          <a:bodyPr anchorCtr="0" anchor="ctr" bIns="91425" lIns="91425" rIns="91425" tIns="91425"/>
          <a:lstStyle>
            <a:lvl1pPr indent="-273050" lvl="0" marL="444500" rtl="0">
              <a:spcBef>
                <a:spcPts val="4200"/>
              </a:spcBef>
              <a:buFont typeface="Helvetica Neue"/>
              <a:buChar char="•"/>
              <a:defRPr sz="3600">
                <a:latin typeface="Helvetica Neue"/>
                <a:ea typeface="Helvetica Neue"/>
                <a:cs typeface="Helvetica Neue"/>
                <a:sym typeface="Helvetica Neue"/>
              </a:defRPr>
            </a:lvl1pPr>
            <a:lvl2pPr indent="-273050" lvl="1" marL="889000" rtl="0">
              <a:spcBef>
                <a:spcPts val="4200"/>
              </a:spcBef>
              <a:buFont typeface="Helvetica Neue"/>
              <a:buChar char="•"/>
              <a:defRPr sz="3600">
                <a:latin typeface="Helvetica Neue"/>
                <a:ea typeface="Helvetica Neue"/>
                <a:cs typeface="Helvetica Neue"/>
                <a:sym typeface="Helvetica Neue"/>
              </a:defRPr>
            </a:lvl2pPr>
            <a:lvl3pPr indent="-273050" lvl="2" marL="1333500" rtl="0">
              <a:spcBef>
                <a:spcPts val="4200"/>
              </a:spcBef>
              <a:buFont typeface="Helvetica Neue"/>
              <a:buChar char="•"/>
              <a:defRPr sz="3600">
                <a:latin typeface="Helvetica Neue"/>
                <a:ea typeface="Helvetica Neue"/>
                <a:cs typeface="Helvetica Neue"/>
                <a:sym typeface="Helvetica Neue"/>
              </a:defRPr>
            </a:lvl3pPr>
            <a:lvl4pPr indent="-273050" lvl="3" marL="1778000" rtl="0">
              <a:spcBef>
                <a:spcPts val="4200"/>
              </a:spcBef>
              <a:buFont typeface="Helvetica Neue"/>
              <a:buChar char="•"/>
              <a:defRPr sz="3600">
                <a:latin typeface="Helvetica Neue"/>
                <a:ea typeface="Helvetica Neue"/>
                <a:cs typeface="Helvetica Neue"/>
                <a:sym typeface="Helvetica Neue"/>
              </a:defRPr>
            </a:lvl4pPr>
            <a:lvl5pPr indent="-273050" lvl="4" marL="2222500" rtl="0">
              <a:spcBef>
                <a:spcPts val="4200"/>
              </a:spcBef>
              <a:buFont typeface="Helvetica Neue"/>
              <a:buChar char="•"/>
              <a:defRPr sz="3600">
                <a:latin typeface="Helvetica Neue"/>
                <a:ea typeface="Helvetica Neue"/>
                <a:cs typeface="Helvetica Neue"/>
                <a:sym typeface="Helvetica Neue"/>
              </a:defRPr>
            </a:lvl5pPr>
            <a:lvl6pPr indent="-273050" lvl="5" marL="2667000" rtl="0">
              <a:spcBef>
                <a:spcPts val="4200"/>
              </a:spcBef>
              <a:buFont typeface="Helvetica Neue"/>
              <a:buChar char="•"/>
              <a:defRPr sz="3600">
                <a:latin typeface="Helvetica Neue"/>
                <a:ea typeface="Helvetica Neue"/>
                <a:cs typeface="Helvetica Neue"/>
                <a:sym typeface="Helvetica Neue"/>
              </a:defRPr>
            </a:lvl6pPr>
            <a:lvl7pPr indent="-273050" lvl="6" marL="3111500" rtl="0">
              <a:spcBef>
                <a:spcPts val="4200"/>
              </a:spcBef>
              <a:buFont typeface="Helvetica Neue"/>
              <a:buChar char="•"/>
              <a:defRPr sz="3600">
                <a:latin typeface="Helvetica Neue"/>
                <a:ea typeface="Helvetica Neue"/>
                <a:cs typeface="Helvetica Neue"/>
                <a:sym typeface="Helvetica Neue"/>
              </a:defRPr>
            </a:lvl7pPr>
            <a:lvl8pPr indent="-273050" lvl="7" marL="3556000" rtl="0">
              <a:spcBef>
                <a:spcPts val="4200"/>
              </a:spcBef>
              <a:buFont typeface="Helvetica Neue"/>
              <a:buChar char="•"/>
              <a:defRPr sz="3600">
                <a:latin typeface="Helvetica Neue"/>
                <a:ea typeface="Helvetica Neue"/>
                <a:cs typeface="Helvetica Neue"/>
                <a:sym typeface="Helvetica Neue"/>
              </a:defRPr>
            </a:lvl8pPr>
            <a:lvl9pPr indent="-273050" lvl="8" marL="4000500" rtl="0">
              <a:spcBef>
                <a:spcPts val="4200"/>
              </a:spcBef>
              <a:buFont typeface="Helvetica Neue"/>
              <a:buChar char="•"/>
              <a:defRPr sz="3600">
                <a:latin typeface="Helvetica Neue"/>
                <a:ea typeface="Helvetica Neue"/>
                <a:cs typeface="Helvetica Neue"/>
                <a:sym typeface="Helvetica Neu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Photo - 3 Up">
    <p:spTree>
      <p:nvGrpSpPr>
        <p:cNvPr id="29" name="Shape 2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Quote">
    <p:spTree>
      <p:nvGrpSpPr>
        <p:cNvPr id="30" name="Shape 30"/>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Photo">
    <p:spTree>
      <p:nvGrpSpPr>
        <p:cNvPr id="31" name="Shape 3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lank">
    <p:spTree>
      <p:nvGrpSpPr>
        <p:cNvPr id="32" name="Shape 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rgbClr val="FFFFFF"/>
        </a:solidFill>
      </p:bgPr>
    </p:bg>
    <p:spTree>
      <p:nvGrpSpPr>
        <p:cNvPr id="5" name="Shape 5"/>
        <p:cNvGrpSpPr/>
        <p:nvPr/>
      </p:nvGrpSpPr>
      <p:grpSpPr>
        <a:xfrm>
          <a:off x="0" y="0"/>
          <a:ext cx="0" cy="0"/>
          <a:chOff x="0" y="0"/>
          <a:chExt cx="0" cy="0"/>
        </a:xfrm>
      </p:grpSpPr>
      <p:sp>
        <p:nvSpPr>
          <p:cNvPr id="6" name="Shape 6"/>
          <p:cNvSpPr txBox="1"/>
          <p:nvPr>
            <p:ph type="title"/>
          </p:nvPr>
        </p:nvSpPr>
        <p:spPr>
          <a:xfrm>
            <a:off x="952500" y="444500"/>
            <a:ext cx="11099799" cy="2158999"/>
          </a:xfrm>
          <a:prstGeom prst="rect">
            <a:avLst/>
          </a:prstGeom>
          <a:noFill/>
          <a:ln>
            <a:noFill/>
          </a:ln>
        </p:spPr>
        <p:txBody>
          <a:bodyPr anchorCtr="0" anchor="ctr" bIns="91425" lIns="91425" rIns="91425" tIns="91425"/>
          <a:lstStyle>
            <a:lvl1pPr indent="0" lvl="0" marL="0" marR="0" rtl="0" algn="ctr">
              <a:spcBef>
                <a:spcPts val="0"/>
              </a:spcBef>
              <a:defRPr b="0" i="0" sz="8000" u="none" cap="none" strike="noStrike">
                <a:latin typeface="Helvetica Neue"/>
                <a:ea typeface="Helvetica Neue"/>
                <a:cs typeface="Helvetica Neue"/>
                <a:sym typeface="Helvetica Neue"/>
              </a:defRPr>
            </a:lvl1pPr>
            <a:lvl2pPr indent="228600" lvl="1" marL="0" marR="0" rtl="0" algn="ctr">
              <a:spcBef>
                <a:spcPts val="0"/>
              </a:spcBef>
              <a:defRPr b="0" i="0" sz="8000" u="none" cap="none" strike="noStrike">
                <a:latin typeface="Helvetica Neue"/>
                <a:ea typeface="Helvetica Neue"/>
                <a:cs typeface="Helvetica Neue"/>
                <a:sym typeface="Helvetica Neue"/>
              </a:defRPr>
            </a:lvl2pPr>
            <a:lvl3pPr indent="457200" lvl="2" marL="0" marR="0" rtl="0" algn="ctr">
              <a:spcBef>
                <a:spcPts val="0"/>
              </a:spcBef>
              <a:defRPr b="0" i="0" sz="8000" u="none" cap="none" strike="noStrike">
                <a:latin typeface="Helvetica Neue"/>
                <a:ea typeface="Helvetica Neue"/>
                <a:cs typeface="Helvetica Neue"/>
                <a:sym typeface="Helvetica Neue"/>
              </a:defRPr>
            </a:lvl3pPr>
            <a:lvl4pPr indent="685800" lvl="3" marL="0" marR="0" rtl="0" algn="ctr">
              <a:spcBef>
                <a:spcPts val="0"/>
              </a:spcBef>
              <a:defRPr b="0" i="0" sz="8000" u="none" cap="none" strike="noStrike">
                <a:latin typeface="Helvetica Neue"/>
                <a:ea typeface="Helvetica Neue"/>
                <a:cs typeface="Helvetica Neue"/>
                <a:sym typeface="Helvetica Neue"/>
              </a:defRPr>
            </a:lvl4pPr>
            <a:lvl5pPr indent="914400" lvl="4" marL="0" marR="0" rtl="0" algn="ctr">
              <a:spcBef>
                <a:spcPts val="0"/>
              </a:spcBef>
              <a:defRPr b="0" i="0" sz="8000" u="none" cap="none" strike="noStrike">
                <a:latin typeface="Helvetica Neue"/>
                <a:ea typeface="Helvetica Neue"/>
                <a:cs typeface="Helvetica Neue"/>
                <a:sym typeface="Helvetica Neue"/>
              </a:defRPr>
            </a:lvl5pPr>
            <a:lvl6pPr indent="1143000" lvl="5" marL="0" marR="0" rtl="0" algn="ctr">
              <a:spcBef>
                <a:spcPts val="0"/>
              </a:spcBef>
              <a:defRPr b="0" i="0" sz="8000" u="none" cap="none" strike="noStrike">
                <a:latin typeface="Helvetica Neue"/>
                <a:ea typeface="Helvetica Neue"/>
                <a:cs typeface="Helvetica Neue"/>
                <a:sym typeface="Helvetica Neue"/>
              </a:defRPr>
            </a:lvl6pPr>
            <a:lvl7pPr indent="1371600" lvl="6" marL="0" marR="0" rtl="0" algn="ctr">
              <a:spcBef>
                <a:spcPts val="0"/>
              </a:spcBef>
              <a:defRPr b="0" i="0" sz="8000" u="none" cap="none" strike="noStrike">
                <a:latin typeface="Helvetica Neue"/>
                <a:ea typeface="Helvetica Neue"/>
                <a:cs typeface="Helvetica Neue"/>
                <a:sym typeface="Helvetica Neue"/>
              </a:defRPr>
            </a:lvl7pPr>
            <a:lvl8pPr indent="1600200" lvl="7" marL="0" marR="0" rtl="0" algn="ctr">
              <a:spcBef>
                <a:spcPts val="0"/>
              </a:spcBef>
              <a:defRPr b="0" i="0" sz="8000" u="none" cap="none" strike="noStrike">
                <a:latin typeface="Helvetica Neue"/>
                <a:ea typeface="Helvetica Neue"/>
                <a:cs typeface="Helvetica Neue"/>
                <a:sym typeface="Helvetica Neue"/>
              </a:defRPr>
            </a:lvl8pPr>
            <a:lvl9pPr indent="1828800" lvl="8" marL="0" marR="0" rtl="0" algn="ctr">
              <a:spcBef>
                <a:spcPts val="0"/>
              </a:spcBef>
              <a:defRPr b="0" i="0" sz="8000" u="none" cap="none" strike="noStrike">
                <a:latin typeface="Helvetica Neue"/>
                <a:ea typeface="Helvetica Neue"/>
                <a:cs typeface="Helvetica Neue"/>
                <a:sym typeface="Helvetica Neue"/>
              </a:defRPr>
            </a:lvl9pPr>
          </a:lstStyle>
          <a:p/>
        </p:txBody>
      </p:sp>
      <p:sp>
        <p:nvSpPr>
          <p:cNvPr id="7" name="Shape 7"/>
          <p:cNvSpPr txBox="1"/>
          <p:nvPr>
            <p:ph idx="1" type="body"/>
          </p:nvPr>
        </p:nvSpPr>
        <p:spPr>
          <a:xfrm>
            <a:off x="952500" y="2603500"/>
            <a:ext cx="11099799" cy="6286499"/>
          </a:xfrm>
          <a:prstGeom prst="rect">
            <a:avLst/>
          </a:prstGeom>
          <a:noFill/>
          <a:ln>
            <a:noFill/>
          </a:ln>
        </p:spPr>
        <p:txBody>
          <a:bodyPr anchorCtr="0" anchor="ctr" bIns="91425" lIns="91425" rIns="91425" tIns="91425"/>
          <a:lstStyle>
            <a:lvl1pPr indent="-273050" lvl="0" marL="444500" marR="0" rtl="0" algn="l">
              <a:spcBef>
                <a:spcPts val="4200"/>
              </a:spcBef>
              <a:buFont typeface="Helvetica Neue"/>
              <a:buChar char="•"/>
              <a:defRPr b="0" i="0" sz="3600" u="none" cap="none" strike="noStrike">
                <a:latin typeface="Helvetica Neue"/>
                <a:ea typeface="Helvetica Neue"/>
                <a:cs typeface="Helvetica Neue"/>
                <a:sym typeface="Helvetica Neue"/>
              </a:defRPr>
            </a:lvl1pPr>
            <a:lvl2pPr indent="-273050" lvl="1" marL="889000" marR="0" rtl="0" algn="l">
              <a:spcBef>
                <a:spcPts val="4200"/>
              </a:spcBef>
              <a:buFont typeface="Helvetica Neue"/>
              <a:buChar char="•"/>
              <a:defRPr b="0" i="0" sz="3600" u="none" cap="none" strike="noStrike">
                <a:latin typeface="Helvetica Neue"/>
                <a:ea typeface="Helvetica Neue"/>
                <a:cs typeface="Helvetica Neue"/>
                <a:sym typeface="Helvetica Neue"/>
              </a:defRPr>
            </a:lvl2pPr>
            <a:lvl3pPr indent="-273050" lvl="2" marL="1333500" marR="0" rtl="0" algn="l">
              <a:spcBef>
                <a:spcPts val="4200"/>
              </a:spcBef>
              <a:buFont typeface="Helvetica Neue"/>
              <a:buChar char="•"/>
              <a:defRPr b="0" i="0" sz="3600" u="none" cap="none" strike="noStrike">
                <a:latin typeface="Helvetica Neue"/>
                <a:ea typeface="Helvetica Neue"/>
                <a:cs typeface="Helvetica Neue"/>
                <a:sym typeface="Helvetica Neue"/>
              </a:defRPr>
            </a:lvl3pPr>
            <a:lvl4pPr indent="-273050" lvl="3" marL="1778000" marR="0" rtl="0" algn="l">
              <a:spcBef>
                <a:spcPts val="4200"/>
              </a:spcBef>
              <a:buFont typeface="Helvetica Neue"/>
              <a:buChar char="•"/>
              <a:defRPr b="0" i="0" sz="3600" u="none" cap="none" strike="noStrike">
                <a:latin typeface="Helvetica Neue"/>
                <a:ea typeface="Helvetica Neue"/>
                <a:cs typeface="Helvetica Neue"/>
                <a:sym typeface="Helvetica Neue"/>
              </a:defRPr>
            </a:lvl4pPr>
            <a:lvl5pPr indent="-273050" lvl="4" marL="2222500" marR="0" rtl="0" algn="l">
              <a:spcBef>
                <a:spcPts val="4200"/>
              </a:spcBef>
              <a:buFont typeface="Helvetica Neue"/>
              <a:buChar char="•"/>
              <a:defRPr b="0" i="0" sz="3600" u="none" cap="none" strike="noStrike">
                <a:latin typeface="Helvetica Neue"/>
                <a:ea typeface="Helvetica Neue"/>
                <a:cs typeface="Helvetica Neue"/>
                <a:sym typeface="Helvetica Neue"/>
              </a:defRPr>
            </a:lvl5pPr>
            <a:lvl6pPr indent="-273050" lvl="5" marL="2667000" marR="0" rtl="0" algn="l">
              <a:spcBef>
                <a:spcPts val="4200"/>
              </a:spcBef>
              <a:buFont typeface="Helvetica Neue"/>
              <a:buChar char="•"/>
              <a:defRPr b="0" i="0" sz="3600" u="none" cap="none" strike="noStrike">
                <a:latin typeface="Helvetica Neue"/>
                <a:ea typeface="Helvetica Neue"/>
                <a:cs typeface="Helvetica Neue"/>
                <a:sym typeface="Helvetica Neue"/>
              </a:defRPr>
            </a:lvl6pPr>
            <a:lvl7pPr indent="-273050" lvl="6" marL="3111500" marR="0" rtl="0" algn="l">
              <a:spcBef>
                <a:spcPts val="4200"/>
              </a:spcBef>
              <a:buFont typeface="Helvetica Neue"/>
              <a:buChar char="•"/>
              <a:defRPr b="0" i="0" sz="3600" u="none" cap="none" strike="noStrike">
                <a:latin typeface="Helvetica Neue"/>
                <a:ea typeface="Helvetica Neue"/>
                <a:cs typeface="Helvetica Neue"/>
                <a:sym typeface="Helvetica Neue"/>
              </a:defRPr>
            </a:lvl7pPr>
            <a:lvl8pPr indent="-273050" lvl="7" marL="3556000" marR="0" rtl="0" algn="l">
              <a:spcBef>
                <a:spcPts val="4200"/>
              </a:spcBef>
              <a:buFont typeface="Helvetica Neue"/>
              <a:buChar char="•"/>
              <a:defRPr b="0" i="0" sz="3600" u="none" cap="none" strike="noStrike">
                <a:latin typeface="Helvetica Neue"/>
                <a:ea typeface="Helvetica Neue"/>
                <a:cs typeface="Helvetica Neue"/>
                <a:sym typeface="Helvetica Neue"/>
              </a:defRPr>
            </a:lvl8pPr>
            <a:lvl9pPr indent="-273050" lvl="8" marL="4000500" marR="0" rtl="0" algn="l">
              <a:spcBef>
                <a:spcPts val="4200"/>
              </a:spcBef>
              <a:buFont typeface="Helvetica Neue"/>
              <a:buChar char="•"/>
              <a:defRPr b="0" i="0" sz="36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0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0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0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0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0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0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0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0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0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0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6" name="Shape 36"/>
        <p:cNvGrpSpPr/>
        <p:nvPr/>
      </p:nvGrpSpPr>
      <p:grpSpPr>
        <a:xfrm>
          <a:off x="0" y="0"/>
          <a:ext cx="0" cy="0"/>
          <a:chOff x="0" y="0"/>
          <a:chExt cx="0" cy="0"/>
        </a:xfrm>
      </p:grpSpPr>
      <p:sp>
        <p:nvSpPr>
          <p:cNvPr id="37" name="Shape 37"/>
          <p:cNvSpPr txBox="1"/>
          <p:nvPr>
            <p:ph type="title"/>
          </p:nvPr>
        </p:nvSpPr>
        <p:spPr>
          <a:xfrm>
            <a:off x="952500" y="444500"/>
            <a:ext cx="11099799" cy="2158999"/>
          </a:xfrm>
          <a:prstGeom prst="rect">
            <a:avLst/>
          </a:prstGeom>
          <a:noFill/>
          <a:ln>
            <a:noFill/>
          </a:ln>
        </p:spPr>
        <p:txBody>
          <a:bodyPr anchorCtr="0" anchor="ctr" bIns="0" lIns="0" rIns="0" tIns="0">
            <a:noAutofit/>
          </a:bodyPr>
          <a:lstStyle/>
          <a:p>
            <a:pPr indent="0" lvl="0" marL="0" marR="0" rtl="0" algn="ctr">
              <a:spcBef>
                <a:spcPts val="0"/>
              </a:spcBef>
              <a:buSzPct val="25000"/>
              <a:buNone/>
            </a:pPr>
            <a:r>
              <a:rPr b="0" i="0" lang="en-US" sz="8000" u="none" cap="none" strike="noStrike">
                <a:latin typeface="Helvetica Neue"/>
                <a:ea typeface="Helvetica Neue"/>
                <a:cs typeface="Helvetica Neue"/>
                <a:sym typeface="Helvetica Neue"/>
              </a:rPr>
              <a:t>Oyster Anatomy</a:t>
            </a:r>
          </a:p>
        </p:txBody>
      </p:sp>
      <p:sp>
        <p:nvSpPr>
          <p:cNvPr id="38" name="Shape 38"/>
          <p:cNvSpPr txBox="1"/>
          <p:nvPr>
            <p:ph idx="1" type="body"/>
          </p:nvPr>
        </p:nvSpPr>
        <p:spPr>
          <a:xfrm>
            <a:off x="952500" y="2603500"/>
            <a:ext cx="11099799" cy="6286499"/>
          </a:xfrm>
          <a:prstGeom prst="rect">
            <a:avLst/>
          </a:prstGeom>
          <a:noFill/>
          <a:ln>
            <a:noFill/>
          </a:ln>
        </p:spPr>
        <p:txBody>
          <a:bodyPr anchorCtr="0" anchor="ctr" bIns="0" lIns="0" rIns="0" tIns="0">
            <a:noAutofit/>
          </a:bodyPr>
          <a:lstStyle/>
          <a:p>
            <a:pPr indent="-444500" lvl="0" marL="444500" marR="0" rtl="0" algn="l">
              <a:spcBef>
                <a:spcPts val="0"/>
              </a:spcBef>
              <a:buSzPct val="75000"/>
              <a:buFont typeface="Helvetica Neue"/>
              <a:buChar char="•"/>
            </a:pPr>
            <a:r>
              <a:rPr b="0" i="0" lang="en-US" sz="3600" u="none" cap="none" strike="noStrike">
                <a:latin typeface="Helvetica Neue"/>
                <a:ea typeface="Helvetica Neue"/>
                <a:cs typeface="Helvetica Neue"/>
                <a:sym typeface="Helvetica Neue"/>
              </a:rPr>
              <a:t>Eastern Oyster: Crassostrea Virginica</a:t>
            </a:r>
          </a:p>
          <a:p>
            <a:pPr indent="-444500" lvl="0" marL="444500" marR="0" rtl="0" algn="l">
              <a:spcBef>
                <a:spcPts val="4200"/>
              </a:spcBef>
              <a:buSzPct val="75000"/>
              <a:buFont typeface="Helvetica Neue"/>
              <a:buChar char="•"/>
            </a:pPr>
            <a:r>
              <a:rPr b="0" i="0" lang="en-US" sz="3600" u="sng" cap="none" strike="noStrike">
                <a:latin typeface="Helvetica Neue"/>
                <a:ea typeface="Helvetica Neue"/>
                <a:cs typeface="Helvetica Neue"/>
                <a:sym typeface="Helvetica Neue"/>
              </a:rPr>
              <a:t>anatomy</a:t>
            </a:r>
            <a:r>
              <a:rPr b="0" i="0" lang="en-US" sz="3600" u="none" cap="none" strike="noStrike">
                <a:latin typeface="Helvetica Neue"/>
                <a:ea typeface="Helvetica Neue"/>
                <a:cs typeface="Helvetica Neue"/>
                <a:sym typeface="Helvetica Neue"/>
              </a:rPr>
              <a:t> - </a:t>
            </a:r>
          </a:p>
          <a:p>
            <a:pPr indent="-444500" lvl="1" marL="889000" marR="0" rtl="0" algn="l">
              <a:spcBef>
                <a:spcPts val="4200"/>
              </a:spcBef>
              <a:buSzPct val="75000"/>
              <a:buFont typeface="Helvetica Neue"/>
              <a:buChar char="•"/>
            </a:pPr>
            <a:r>
              <a:rPr b="0" i="0" lang="en-US" sz="3600" u="none" cap="none" strike="noStrike">
                <a:latin typeface="Helvetica Neue"/>
                <a:ea typeface="Helvetica Neue"/>
                <a:cs typeface="Helvetica Neue"/>
                <a:sym typeface="Helvetica Neue"/>
              </a:rPr>
              <a:t>the branch of science concerned with the bodily structure of living organisms, especially as revealed by dissection and the separation of parts.</a:t>
            </a:r>
          </a:p>
          <a:p>
            <a:pPr indent="-444500" lvl="1" marL="889000" marR="0" rtl="0" algn="l">
              <a:spcBef>
                <a:spcPts val="4200"/>
              </a:spcBef>
              <a:buSzPct val="75000"/>
              <a:buFont typeface="Helvetica Neue"/>
              <a:buChar char="•"/>
            </a:pPr>
            <a:r>
              <a:rPr b="0" i="0" lang="en-US" sz="3600" u="none" cap="none" strike="noStrike">
                <a:latin typeface="Helvetica Neue"/>
                <a:ea typeface="Helvetica Neue"/>
                <a:cs typeface="Helvetica Neue"/>
                <a:sym typeface="Helvetica Neue"/>
              </a:rPr>
              <a:t>the study of the structure of internal workings of something</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2" name="Shape 42"/>
        <p:cNvGrpSpPr/>
        <p:nvPr/>
      </p:nvGrpSpPr>
      <p:grpSpPr>
        <a:xfrm>
          <a:off x="0" y="0"/>
          <a:ext cx="0" cy="0"/>
          <a:chOff x="0" y="0"/>
          <a:chExt cx="0" cy="0"/>
        </a:xfrm>
      </p:grpSpPr>
      <p:sp>
        <p:nvSpPr>
          <p:cNvPr id="43" name="Shape 43"/>
          <p:cNvSpPr txBox="1"/>
          <p:nvPr>
            <p:ph type="title"/>
          </p:nvPr>
        </p:nvSpPr>
        <p:spPr>
          <a:xfrm>
            <a:off x="952500" y="444500"/>
            <a:ext cx="11099799" cy="2158999"/>
          </a:xfrm>
          <a:prstGeom prst="rect">
            <a:avLst/>
          </a:prstGeom>
          <a:noFill/>
          <a:ln>
            <a:noFill/>
          </a:ln>
        </p:spPr>
        <p:txBody>
          <a:bodyPr anchorCtr="0" anchor="ctr" bIns="0" lIns="0" rIns="0" tIns="0">
            <a:noAutofit/>
          </a:bodyPr>
          <a:lstStyle/>
          <a:p>
            <a:pPr indent="0" lvl="0" marL="0" marR="0" rtl="0" algn="ctr">
              <a:spcBef>
                <a:spcPts val="0"/>
              </a:spcBef>
              <a:buSzPct val="25000"/>
              <a:buNone/>
            </a:pPr>
            <a:r>
              <a:rPr b="0" i="0" lang="en-US" sz="8000" u="none" cap="none" strike="noStrike">
                <a:latin typeface="Helvetica Neue"/>
                <a:ea typeface="Helvetica Neue"/>
                <a:cs typeface="Helvetica Neue"/>
                <a:sym typeface="Helvetica Neue"/>
              </a:rPr>
              <a:t>External Anatomy</a:t>
            </a:r>
          </a:p>
        </p:txBody>
      </p:sp>
      <p:sp>
        <p:nvSpPr>
          <p:cNvPr id="44" name="Shape 44"/>
          <p:cNvSpPr txBox="1"/>
          <p:nvPr>
            <p:ph idx="1" type="body"/>
          </p:nvPr>
        </p:nvSpPr>
        <p:spPr>
          <a:xfrm>
            <a:off x="952500" y="2603500"/>
            <a:ext cx="11099799" cy="6286499"/>
          </a:xfrm>
          <a:prstGeom prst="rect">
            <a:avLst/>
          </a:prstGeom>
          <a:noFill/>
          <a:ln>
            <a:noFill/>
          </a:ln>
        </p:spPr>
        <p:txBody>
          <a:bodyPr anchorCtr="0" anchor="ctr" bIns="0" lIns="0" rIns="0" tIns="0">
            <a:noAutofit/>
          </a:bodyPr>
          <a:lstStyle/>
          <a:p>
            <a:pPr indent="-444500" lvl="0" marL="444500" marR="0" rtl="0" algn="l">
              <a:spcBef>
                <a:spcPts val="0"/>
              </a:spcBef>
              <a:buSzPct val="75000"/>
              <a:buFont typeface="Helvetica Neue"/>
              <a:buNone/>
            </a:pPr>
            <a:r>
              <a:t/>
            </a:r>
            <a:endParaRPr b="0" i="0" sz="3600" u="none" cap="none" strike="noStrike">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8" name="Shape 48"/>
        <p:cNvGrpSpPr/>
        <p:nvPr/>
      </p:nvGrpSpPr>
      <p:grpSpPr>
        <a:xfrm>
          <a:off x="0" y="0"/>
          <a:ext cx="0" cy="0"/>
          <a:chOff x="0" y="0"/>
          <a:chExt cx="0" cy="0"/>
        </a:xfrm>
      </p:grpSpPr>
      <p:pic>
        <p:nvPicPr>
          <p:cNvPr id="49" name="Shape 49"/>
          <p:cNvPicPr preferRelativeResize="0"/>
          <p:nvPr/>
        </p:nvPicPr>
        <p:blipFill rotWithShape="1">
          <a:blip r:embed="rId3">
            <a:alphaModFix/>
          </a:blip>
          <a:srcRect b="0" l="0" r="0" t="0"/>
          <a:stretch/>
        </p:blipFill>
        <p:spPr>
          <a:xfrm>
            <a:off x="2692400" y="2082800"/>
            <a:ext cx="7619999" cy="558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pic>
        <p:nvPicPr>
          <p:cNvPr id="54" name="Shape 54"/>
          <p:cNvPicPr preferRelativeResize="0"/>
          <p:nvPr/>
        </p:nvPicPr>
        <p:blipFill rotWithShape="1">
          <a:blip r:embed="rId3">
            <a:alphaModFix/>
          </a:blip>
          <a:srcRect b="0" l="0" r="0" t="0"/>
          <a:stretch/>
        </p:blipFill>
        <p:spPr>
          <a:xfrm>
            <a:off x="2692400" y="2019300"/>
            <a:ext cx="7619999" cy="5714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8" name="Shape 58"/>
        <p:cNvGrpSpPr/>
        <p:nvPr/>
      </p:nvGrpSpPr>
      <p:grpSpPr>
        <a:xfrm>
          <a:off x="0" y="0"/>
          <a:ext cx="0" cy="0"/>
          <a:chOff x="0" y="0"/>
          <a:chExt cx="0" cy="0"/>
        </a:xfrm>
      </p:grpSpPr>
      <p:pic>
        <p:nvPicPr>
          <p:cNvPr id="59" name="Shape 59"/>
          <p:cNvPicPr preferRelativeResize="0"/>
          <p:nvPr/>
        </p:nvPicPr>
        <p:blipFill rotWithShape="1">
          <a:blip r:embed="rId3">
            <a:alphaModFix/>
          </a:blip>
          <a:srcRect b="0" l="0" r="0" t="0"/>
          <a:stretch/>
        </p:blipFill>
        <p:spPr>
          <a:xfrm>
            <a:off x="2692400" y="2336800"/>
            <a:ext cx="7619999" cy="508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3" name="Shape 63"/>
        <p:cNvGrpSpPr/>
        <p:nvPr/>
      </p:nvGrpSpPr>
      <p:grpSpPr>
        <a:xfrm>
          <a:off x="0" y="0"/>
          <a:ext cx="0" cy="0"/>
          <a:chOff x="0" y="0"/>
          <a:chExt cx="0" cy="0"/>
        </a:xfrm>
      </p:grpSpPr>
      <p:pic>
        <p:nvPicPr>
          <p:cNvPr id="64" name="Shape 64"/>
          <p:cNvPicPr preferRelativeResize="0"/>
          <p:nvPr/>
        </p:nvPicPr>
        <p:blipFill rotWithShape="1">
          <a:blip r:embed="rId3">
            <a:alphaModFix/>
          </a:blip>
          <a:srcRect b="0" l="0" r="0" t="0"/>
          <a:stretch/>
        </p:blipFill>
        <p:spPr>
          <a:xfrm>
            <a:off x="2692400" y="3225800"/>
            <a:ext cx="7619999" cy="3301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8" name="Shape 68"/>
        <p:cNvGrpSpPr/>
        <p:nvPr/>
      </p:nvGrpSpPr>
      <p:grpSpPr>
        <a:xfrm>
          <a:off x="0" y="0"/>
          <a:ext cx="0" cy="0"/>
          <a:chOff x="0" y="0"/>
          <a:chExt cx="0" cy="0"/>
        </a:xfrm>
      </p:grpSpPr>
      <p:pic>
        <p:nvPicPr>
          <p:cNvPr id="69" name="Shape 69"/>
          <p:cNvPicPr preferRelativeResize="0"/>
          <p:nvPr/>
        </p:nvPicPr>
        <p:blipFill rotWithShape="1">
          <a:blip r:embed="rId3">
            <a:alphaModFix/>
          </a:blip>
          <a:srcRect b="0" l="0" r="0" t="0"/>
          <a:stretch/>
        </p:blipFill>
        <p:spPr>
          <a:xfrm>
            <a:off x="2692400" y="3225800"/>
            <a:ext cx="7619999" cy="3301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3" name="Shape 73"/>
        <p:cNvGrpSpPr/>
        <p:nvPr/>
      </p:nvGrpSpPr>
      <p:grpSpPr>
        <a:xfrm>
          <a:off x="0" y="0"/>
          <a:ext cx="0" cy="0"/>
          <a:chOff x="0" y="0"/>
          <a:chExt cx="0" cy="0"/>
        </a:xfrm>
      </p:grpSpPr>
      <p:pic>
        <p:nvPicPr>
          <p:cNvPr id="74" name="Shape 74"/>
          <p:cNvPicPr preferRelativeResize="0"/>
          <p:nvPr/>
        </p:nvPicPr>
        <p:blipFill rotWithShape="1">
          <a:blip r:embed="rId3">
            <a:alphaModFix/>
          </a:blip>
          <a:srcRect b="0" l="0" r="0" t="0"/>
          <a:stretch/>
        </p:blipFill>
        <p:spPr>
          <a:xfrm>
            <a:off x="3302000" y="1250950"/>
            <a:ext cx="6400799" cy="7251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8" name="Shape 78"/>
        <p:cNvGrpSpPr/>
        <p:nvPr/>
      </p:nvGrpSpPr>
      <p:grpSpPr>
        <a:xfrm>
          <a:off x="0" y="0"/>
          <a:ext cx="0" cy="0"/>
          <a:chOff x="0" y="0"/>
          <a:chExt cx="0" cy="0"/>
        </a:xfrm>
      </p:grpSpPr>
      <p:sp>
        <p:nvSpPr>
          <p:cNvPr id="79" name="Shape 79"/>
          <p:cNvSpPr txBox="1"/>
          <p:nvPr>
            <p:ph type="title"/>
          </p:nvPr>
        </p:nvSpPr>
        <p:spPr>
          <a:xfrm>
            <a:off x="952500" y="444500"/>
            <a:ext cx="11099700" cy="2159100"/>
          </a:xfrm>
          <a:prstGeom prst="rect">
            <a:avLst/>
          </a:prstGeom>
          <a:noFill/>
          <a:ln>
            <a:noFill/>
          </a:ln>
        </p:spPr>
        <p:txBody>
          <a:bodyPr anchorCtr="0" anchor="ctr" bIns="0" lIns="0" rIns="0" tIns="0">
            <a:noAutofit/>
          </a:bodyPr>
          <a:lstStyle/>
          <a:p>
            <a:pPr indent="0" lvl="0" marL="0" marR="0" rtl="0" algn="ctr">
              <a:spcBef>
                <a:spcPts val="0"/>
              </a:spcBef>
              <a:buSzPct val="25000"/>
              <a:buNone/>
            </a:pPr>
            <a:r>
              <a:rPr b="0" i="0" lang="en-US" sz="8000" u="none" cap="none" strike="noStrike">
                <a:latin typeface="Helvetica Neue"/>
                <a:ea typeface="Helvetica Neue"/>
                <a:cs typeface="Helvetica Neue"/>
                <a:sym typeface="Helvetica Neue"/>
              </a:rPr>
              <a:t>Oyster Artifacts</a:t>
            </a:r>
          </a:p>
        </p:txBody>
      </p:sp>
      <p:sp>
        <p:nvSpPr>
          <p:cNvPr id="80" name="Shape 80"/>
          <p:cNvSpPr txBox="1"/>
          <p:nvPr>
            <p:ph idx="1" type="body"/>
          </p:nvPr>
        </p:nvSpPr>
        <p:spPr>
          <a:xfrm>
            <a:off x="952500" y="2603500"/>
            <a:ext cx="11099700" cy="6286500"/>
          </a:xfrm>
          <a:prstGeom prst="rect">
            <a:avLst/>
          </a:prstGeom>
          <a:noFill/>
          <a:ln>
            <a:noFill/>
          </a:ln>
        </p:spPr>
        <p:txBody>
          <a:bodyPr anchorCtr="0" anchor="ctr" bIns="0" lIns="0" rIns="0" tIns="0">
            <a:noAutofit/>
          </a:bodyPr>
          <a:lstStyle/>
          <a:p>
            <a:pPr indent="-444500" lvl="0" marL="444500" marR="0" rtl="0" algn="l">
              <a:spcBef>
                <a:spcPts val="0"/>
              </a:spcBef>
              <a:buSzPct val="75000"/>
              <a:buFont typeface="Helvetica Neue"/>
              <a:buChar char="•"/>
            </a:pPr>
            <a:r>
              <a:rPr b="0" i="0" lang="en-US" sz="3600" u="none" cap="none" strike="noStrike">
                <a:latin typeface="Helvetica Neue"/>
                <a:ea typeface="Helvetica Neue"/>
                <a:cs typeface="Helvetica Neue"/>
                <a:sym typeface="Helvetica Neue"/>
              </a:rPr>
              <a:t>Evidence of organisms that lived on the oyster.</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4" name="Shape 84"/>
        <p:cNvGrpSpPr/>
        <p:nvPr/>
      </p:nvGrpSpPr>
      <p:grpSpPr>
        <a:xfrm>
          <a:off x="0" y="0"/>
          <a:ext cx="0" cy="0"/>
          <a:chOff x="0" y="0"/>
          <a:chExt cx="0" cy="0"/>
        </a:xfrm>
      </p:grpSpPr>
      <p:pic>
        <p:nvPicPr>
          <p:cNvPr id="85" name="Shape 85"/>
          <p:cNvPicPr preferRelativeResize="0"/>
          <p:nvPr/>
        </p:nvPicPr>
        <p:blipFill rotWithShape="1">
          <a:blip r:embed="rId3">
            <a:alphaModFix/>
          </a:blip>
          <a:srcRect b="0" l="0" r="0" t="0"/>
          <a:stretch/>
        </p:blipFill>
        <p:spPr>
          <a:xfrm>
            <a:off x="1955433" y="1466575"/>
            <a:ext cx="9093900" cy="6820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9" name="Shape 89"/>
        <p:cNvGrpSpPr/>
        <p:nvPr/>
      </p:nvGrpSpPr>
      <p:grpSpPr>
        <a:xfrm>
          <a:off x="0" y="0"/>
          <a:ext cx="0" cy="0"/>
          <a:chOff x="0" y="0"/>
          <a:chExt cx="0" cy="0"/>
        </a:xfrm>
      </p:grpSpPr>
      <p:pic>
        <p:nvPicPr>
          <p:cNvPr id="90" name="Shape 90"/>
          <p:cNvPicPr preferRelativeResize="0"/>
          <p:nvPr/>
        </p:nvPicPr>
        <p:blipFill rotWithShape="1">
          <a:blip r:embed="rId3">
            <a:alphaModFix/>
          </a:blip>
          <a:srcRect b="0" l="0" r="0" t="0"/>
          <a:stretch/>
        </p:blipFill>
        <p:spPr>
          <a:xfrm>
            <a:off x="3327400" y="2178050"/>
            <a:ext cx="6350100" cy="5397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4" name="Shape 94"/>
        <p:cNvGrpSpPr/>
        <p:nvPr/>
      </p:nvGrpSpPr>
      <p:grpSpPr>
        <a:xfrm>
          <a:off x="0" y="0"/>
          <a:ext cx="0" cy="0"/>
          <a:chOff x="0" y="0"/>
          <a:chExt cx="0" cy="0"/>
        </a:xfrm>
      </p:grpSpPr>
      <p:pic>
        <p:nvPicPr>
          <p:cNvPr id="95" name="Shape 95"/>
          <p:cNvPicPr preferRelativeResize="0"/>
          <p:nvPr/>
        </p:nvPicPr>
        <p:blipFill rotWithShape="1">
          <a:blip r:embed="rId3">
            <a:alphaModFix/>
          </a:blip>
          <a:srcRect b="0" l="0" r="0" t="0"/>
          <a:stretch/>
        </p:blipFill>
        <p:spPr>
          <a:xfrm>
            <a:off x="3581400" y="2686050"/>
            <a:ext cx="5841900" cy="4381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9" name="Shape 99"/>
        <p:cNvGrpSpPr/>
        <p:nvPr/>
      </p:nvGrpSpPr>
      <p:grpSpPr>
        <a:xfrm>
          <a:off x="0" y="0"/>
          <a:ext cx="0" cy="0"/>
          <a:chOff x="0" y="0"/>
          <a:chExt cx="0" cy="0"/>
        </a:xfrm>
      </p:grpSpPr>
      <p:pic>
        <p:nvPicPr>
          <p:cNvPr id="100" name="Shape 100"/>
          <p:cNvPicPr preferRelativeResize="0"/>
          <p:nvPr/>
        </p:nvPicPr>
        <p:blipFill rotWithShape="1">
          <a:blip r:embed="rId3">
            <a:alphaModFix/>
          </a:blip>
          <a:srcRect b="0" l="0" r="0" t="0"/>
          <a:stretch/>
        </p:blipFill>
        <p:spPr>
          <a:xfrm>
            <a:off x="3327400" y="2463800"/>
            <a:ext cx="6350100" cy="4826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4" name="Shape 104"/>
        <p:cNvGrpSpPr/>
        <p:nvPr/>
      </p:nvGrpSpPr>
      <p:grpSpPr>
        <a:xfrm>
          <a:off x="0" y="0"/>
          <a:ext cx="0" cy="0"/>
          <a:chOff x="0" y="0"/>
          <a:chExt cx="0" cy="0"/>
        </a:xfrm>
      </p:grpSpPr>
      <p:pic>
        <p:nvPicPr>
          <p:cNvPr id="105" name="Shape 105"/>
          <p:cNvPicPr preferRelativeResize="0"/>
          <p:nvPr/>
        </p:nvPicPr>
        <p:blipFill rotWithShape="1">
          <a:blip r:embed="rId3">
            <a:alphaModFix/>
          </a:blip>
          <a:srcRect b="0" l="0" r="0" t="0"/>
          <a:stretch/>
        </p:blipFill>
        <p:spPr>
          <a:xfrm>
            <a:off x="2692400" y="1847850"/>
            <a:ext cx="7620000" cy="6057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9" name="Shape 109"/>
        <p:cNvGrpSpPr/>
        <p:nvPr/>
      </p:nvGrpSpPr>
      <p:grpSpPr>
        <a:xfrm>
          <a:off x="0" y="0"/>
          <a:ext cx="0" cy="0"/>
          <a:chOff x="0" y="0"/>
          <a:chExt cx="0" cy="0"/>
        </a:xfrm>
      </p:grpSpPr>
      <p:pic>
        <p:nvPicPr>
          <p:cNvPr id="110" name="Shape 110"/>
          <p:cNvPicPr preferRelativeResize="0"/>
          <p:nvPr/>
        </p:nvPicPr>
        <p:blipFill rotWithShape="1">
          <a:blip r:embed="rId3">
            <a:alphaModFix/>
          </a:blip>
          <a:srcRect b="0" l="0" r="0" t="0"/>
          <a:stretch/>
        </p:blipFill>
        <p:spPr>
          <a:xfrm>
            <a:off x="3263900" y="2178050"/>
            <a:ext cx="6477000" cy="5397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4" name="Shape 114"/>
        <p:cNvGrpSpPr/>
        <p:nvPr/>
      </p:nvGrpSpPr>
      <p:grpSpPr>
        <a:xfrm>
          <a:off x="0" y="0"/>
          <a:ext cx="0" cy="0"/>
          <a:chOff x="0" y="0"/>
          <a:chExt cx="0" cy="0"/>
        </a:xfrm>
      </p:grpSpPr>
      <p:pic>
        <p:nvPicPr>
          <p:cNvPr id="115" name="Shape 115"/>
          <p:cNvPicPr preferRelativeResize="0"/>
          <p:nvPr/>
        </p:nvPicPr>
        <p:blipFill rotWithShape="1">
          <a:blip r:embed="rId3">
            <a:alphaModFix/>
          </a:blip>
          <a:srcRect b="0" l="0" r="0" t="0"/>
          <a:stretch/>
        </p:blipFill>
        <p:spPr>
          <a:xfrm>
            <a:off x="2692400" y="2000250"/>
            <a:ext cx="7620000" cy="5753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9" name="Shape 119"/>
        <p:cNvGrpSpPr/>
        <p:nvPr/>
      </p:nvGrpSpPr>
      <p:grpSpPr>
        <a:xfrm>
          <a:off x="0" y="0"/>
          <a:ext cx="0" cy="0"/>
          <a:chOff x="0" y="0"/>
          <a:chExt cx="0" cy="0"/>
        </a:xfrm>
      </p:grpSpPr>
      <p:sp>
        <p:nvSpPr>
          <p:cNvPr id="120" name="Shape 120"/>
          <p:cNvSpPr txBox="1"/>
          <p:nvPr>
            <p:ph type="title"/>
          </p:nvPr>
        </p:nvSpPr>
        <p:spPr>
          <a:xfrm>
            <a:off x="952500" y="444500"/>
            <a:ext cx="11099799" cy="2158999"/>
          </a:xfrm>
          <a:prstGeom prst="rect">
            <a:avLst/>
          </a:prstGeom>
          <a:noFill/>
          <a:ln>
            <a:noFill/>
          </a:ln>
        </p:spPr>
        <p:txBody>
          <a:bodyPr anchorCtr="0" anchor="ctr" bIns="0" lIns="0" rIns="0" tIns="0">
            <a:noAutofit/>
          </a:bodyPr>
          <a:lstStyle/>
          <a:p>
            <a:pPr indent="0" lvl="0" marL="0" marR="0" rtl="0" algn="ctr">
              <a:spcBef>
                <a:spcPts val="0"/>
              </a:spcBef>
              <a:buSzPct val="25000"/>
              <a:buNone/>
            </a:pPr>
            <a:r>
              <a:rPr b="0" i="0" lang="en-US" sz="8000" u="none" cap="none" strike="noStrike">
                <a:latin typeface="Helvetica Neue"/>
                <a:ea typeface="Helvetica Neue"/>
                <a:cs typeface="Helvetica Neue"/>
                <a:sym typeface="Helvetica Neue"/>
              </a:rPr>
              <a:t>Internal Anatomy</a:t>
            </a:r>
          </a:p>
        </p:txBody>
      </p:sp>
      <p:sp>
        <p:nvSpPr>
          <p:cNvPr id="121" name="Shape 121"/>
          <p:cNvSpPr txBox="1"/>
          <p:nvPr>
            <p:ph idx="1" type="body"/>
          </p:nvPr>
        </p:nvSpPr>
        <p:spPr>
          <a:xfrm>
            <a:off x="952500" y="2603500"/>
            <a:ext cx="11099799" cy="6286499"/>
          </a:xfrm>
          <a:prstGeom prst="rect">
            <a:avLst/>
          </a:prstGeom>
          <a:noFill/>
          <a:ln>
            <a:noFill/>
          </a:ln>
        </p:spPr>
        <p:txBody>
          <a:bodyPr anchorCtr="0" anchor="ctr" bIns="0" lIns="0" rIns="0" tIns="0">
            <a:noAutofit/>
          </a:bodyPr>
          <a:lstStyle/>
          <a:p>
            <a:pPr indent="-444500" lvl="0" marL="444500" marR="0" rtl="0" algn="l">
              <a:spcBef>
                <a:spcPts val="0"/>
              </a:spcBef>
              <a:buSzPct val="75000"/>
              <a:buFont typeface="Helvetica Neue"/>
              <a:buNone/>
            </a:pPr>
            <a:r>
              <a:t/>
            </a:r>
            <a:endParaRPr b="0" i="0" sz="3600" u="none" cap="none" strike="noStrike">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5" name="Shape 125"/>
        <p:cNvGrpSpPr/>
        <p:nvPr/>
      </p:nvGrpSpPr>
      <p:grpSpPr>
        <a:xfrm>
          <a:off x="0" y="0"/>
          <a:ext cx="0" cy="0"/>
          <a:chOff x="0" y="0"/>
          <a:chExt cx="0" cy="0"/>
        </a:xfrm>
      </p:grpSpPr>
      <p:pic>
        <p:nvPicPr>
          <p:cNvPr id="126" name="Shape 126"/>
          <p:cNvPicPr preferRelativeResize="0"/>
          <p:nvPr/>
        </p:nvPicPr>
        <p:blipFill rotWithShape="1">
          <a:blip r:embed="rId3">
            <a:alphaModFix/>
          </a:blip>
          <a:srcRect b="0" l="0" r="0" t="0"/>
          <a:stretch/>
        </p:blipFill>
        <p:spPr>
          <a:xfrm>
            <a:off x="2692400" y="1847850"/>
            <a:ext cx="7619999" cy="5714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0" name="Shape 130"/>
        <p:cNvGrpSpPr/>
        <p:nvPr/>
      </p:nvGrpSpPr>
      <p:grpSpPr>
        <a:xfrm>
          <a:off x="0" y="0"/>
          <a:ext cx="0" cy="0"/>
          <a:chOff x="0" y="0"/>
          <a:chExt cx="0" cy="0"/>
        </a:xfrm>
      </p:grpSpPr>
      <p:pic>
        <p:nvPicPr>
          <p:cNvPr id="131" name="Shape 131"/>
          <p:cNvPicPr preferRelativeResize="0"/>
          <p:nvPr/>
        </p:nvPicPr>
        <p:blipFill rotWithShape="1">
          <a:blip r:embed="rId3">
            <a:alphaModFix/>
          </a:blip>
          <a:srcRect b="0" l="0" r="0" t="0"/>
          <a:stretch/>
        </p:blipFill>
        <p:spPr>
          <a:xfrm>
            <a:off x="2692400" y="2082800"/>
            <a:ext cx="7619999" cy="558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5" name="Shape 135"/>
        <p:cNvGrpSpPr/>
        <p:nvPr/>
      </p:nvGrpSpPr>
      <p:grpSpPr>
        <a:xfrm>
          <a:off x="0" y="0"/>
          <a:ext cx="0" cy="0"/>
          <a:chOff x="0" y="0"/>
          <a:chExt cx="0" cy="0"/>
        </a:xfrm>
      </p:grpSpPr>
      <p:pic>
        <p:nvPicPr>
          <p:cNvPr id="136" name="Shape 136"/>
          <p:cNvPicPr preferRelativeResize="0"/>
          <p:nvPr/>
        </p:nvPicPr>
        <p:blipFill rotWithShape="1">
          <a:blip r:embed="rId3">
            <a:alphaModFix/>
          </a:blip>
          <a:srcRect b="0" l="0" r="0" t="0"/>
          <a:stretch/>
        </p:blipFill>
        <p:spPr>
          <a:xfrm>
            <a:off x="2216150" y="1701800"/>
            <a:ext cx="8572500" cy="63499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0" name="Shape 140"/>
        <p:cNvGrpSpPr/>
        <p:nvPr/>
      </p:nvGrpSpPr>
      <p:grpSpPr>
        <a:xfrm>
          <a:off x="0" y="0"/>
          <a:ext cx="0" cy="0"/>
          <a:chOff x="0" y="0"/>
          <a:chExt cx="0" cy="0"/>
        </a:xfrm>
      </p:grpSpPr>
      <p:pic>
        <p:nvPicPr>
          <p:cNvPr id="141" name="Shape 141"/>
          <p:cNvPicPr preferRelativeResize="0"/>
          <p:nvPr/>
        </p:nvPicPr>
        <p:blipFill rotWithShape="1">
          <a:blip r:embed="rId3">
            <a:alphaModFix/>
          </a:blip>
          <a:srcRect b="0" l="0" r="0" t="0"/>
          <a:stretch/>
        </p:blipFill>
        <p:spPr>
          <a:xfrm>
            <a:off x="2774950" y="2057400"/>
            <a:ext cx="7454900" cy="558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5" name="Shape 145"/>
        <p:cNvGrpSpPr/>
        <p:nvPr/>
      </p:nvGrpSpPr>
      <p:grpSpPr>
        <a:xfrm>
          <a:off x="0" y="0"/>
          <a:ext cx="0" cy="0"/>
          <a:chOff x="0" y="0"/>
          <a:chExt cx="0" cy="0"/>
        </a:xfrm>
      </p:grpSpPr>
      <p:pic>
        <p:nvPicPr>
          <p:cNvPr id="146" name="Shape 146"/>
          <p:cNvPicPr preferRelativeResize="0"/>
          <p:nvPr/>
        </p:nvPicPr>
        <p:blipFill rotWithShape="1">
          <a:blip r:embed="rId3">
            <a:alphaModFix/>
          </a:blip>
          <a:srcRect b="0" l="0" r="0" t="0"/>
          <a:stretch/>
        </p:blipFill>
        <p:spPr>
          <a:xfrm>
            <a:off x="3644900" y="1485900"/>
            <a:ext cx="5714999" cy="67309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0" name="Shape 150"/>
        <p:cNvGrpSpPr/>
        <p:nvPr/>
      </p:nvGrpSpPr>
      <p:grpSpPr>
        <a:xfrm>
          <a:off x="0" y="0"/>
          <a:ext cx="0" cy="0"/>
          <a:chOff x="0" y="0"/>
          <a:chExt cx="0" cy="0"/>
        </a:xfrm>
      </p:grpSpPr>
      <p:pic>
        <p:nvPicPr>
          <p:cNvPr id="151" name="Shape 151"/>
          <p:cNvPicPr preferRelativeResize="0"/>
          <p:nvPr/>
        </p:nvPicPr>
        <p:blipFill rotWithShape="1">
          <a:blip r:embed="rId3">
            <a:alphaModFix/>
          </a:blip>
          <a:srcRect b="0" l="0" r="0" t="0"/>
          <a:stretch/>
        </p:blipFill>
        <p:spPr>
          <a:xfrm>
            <a:off x="3327400" y="2463800"/>
            <a:ext cx="6349999" cy="4775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5" name="Shape 155"/>
        <p:cNvGrpSpPr/>
        <p:nvPr/>
      </p:nvGrpSpPr>
      <p:grpSpPr>
        <a:xfrm>
          <a:off x="0" y="0"/>
          <a:ext cx="0" cy="0"/>
          <a:chOff x="0" y="0"/>
          <a:chExt cx="0" cy="0"/>
        </a:xfrm>
      </p:grpSpPr>
      <p:pic>
        <p:nvPicPr>
          <p:cNvPr id="156" name="Shape 156"/>
          <p:cNvPicPr preferRelativeResize="0"/>
          <p:nvPr/>
        </p:nvPicPr>
        <p:blipFill rotWithShape="1">
          <a:blip r:embed="rId3">
            <a:alphaModFix/>
          </a:blip>
          <a:srcRect b="0" l="0" r="0" t="0"/>
          <a:stretch/>
        </p:blipFill>
        <p:spPr>
          <a:xfrm>
            <a:off x="3327400" y="1041400"/>
            <a:ext cx="6349999" cy="76199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0" name="Shape 160"/>
        <p:cNvGrpSpPr/>
        <p:nvPr/>
      </p:nvGrpSpPr>
      <p:grpSpPr>
        <a:xfrm>
          <a:off x="0" y="0"/>
          <a:ext cx="0" cy="0"/>
          <a:chOff x="0" y="0"/>
          <a:chExt cx="0" cy="0"/>
        </a:xfrm>
      </p:grpSpPr>
      <p:pic>
        <p:nvPicPr>
          <p:cNvPr id="161" name="Shape 161"/>
          <p:cNvPicPr preferRelativeResize="0"/>
          <p:nvPr/>
        </p:nvPicPr>
        <p:blipFill rotWithShape="1">
          <a:blip r:embed="rId3">
            <a:alphaModFix/>
          </a:blip>
          <a:srcRect b="0" l="0" r="0" t="0"/>
          <a:stretch/>
        </p:blipFill>
        <p:spPr>
          <a:xfrm>
            <a:off x="2692400" y="1993900"/>
            <a:ext cx="7619999" cy="57149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5" name="Shape 165"/>
        <p:cNvGrpSpPr/>
        <p:nvPr/>
      </p:nvGrpSpPr>
      <p:grpSpPr>
        <a:xfrm>
          <a:off x="0" y="0"/>
          <a:ext cx="0" cy="0"/>
          <a:chOff x="0" y="0"/>
          <a:chExt cx="0" cy="0"/>
        </a:xfrm>
      </p:grpSpPr>
      <p:pic>
        <p:nvPicPr>
          <p:cNvPr id="166" name="Shape 166"/>
          <p:cNvPicPr preferRelativeResize="0"/>
          <p:nvPr/>
        </p:nvPicPr>
        <p:blipFill rotWithShape="1">
          <a:blip r:embed="rId3">
            <a:alphaModFix/>
          </a:blip>
          <a:srcRect b="0" l="0" r="0" t="0"/>
          <a:stretch/>
        </p:blipFill>
        <p:spPr>
          <a:xfrm>
            <a:off x="3644900" y="1358900"/>
            <a:ext cx="5714999" cy="6985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0" name="Shape 170"/>
        <p:cNvGrpSpPr/>
        <p:nvPr/>
      </p:nvGrpSpPr>
      <p:grpSpPr>
        <a:xfrm>
          <a:off x="0" y="0"/>
          <a:ext cx="0" cy="0"/>
          <a:chOff x="0" y="0"/>
          <a:chExt cx="0" cy="0"/>
        </a:xfrm>
      </p:grpSpPr>
      <p:pic>
        <p:nvPicPr>
          <p:cNvPr id="171" name="Shape 171"/>
          <p:cNvPicPr preferRelativeResize="0"/>
          <p:nvPr/>
        </p:nvPicPr>
        <p:blipFill rotWithShape="1">
          <a:blip r:embed="rId3">
            <a:alphaModFix/>
          </a:blip>
          <a:srcRect b="0" l="0" r="0" t="0"/>
          <a:stretch/>
        </p:blipFill>
        <p:spPr>
          <a:xfrm>
            <a:off x="2692400" y="1841500"/>
            <a:ext cx="7619999" cy="57149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5" name="Shape 175"/>
        <p:cNvGrpSpPr/>
        <p:nvPr/>
      </p:nvGrpSpPr>
      <p:grpSpPr>
        <a:xfrm>
          <a:off x="0" y="0"/>
          <a:ext cx="0" cy="0"/>
          <a:chOff x="0" y="0"/>
          <a:chExt cx="0" cy="0"/>
        </a:xfrm>
      </p:grpSpPr>
      <p:pic>
        <p:nvPicPr>
          <p:cNvPr id="176" name="Shape 176"/>
          <p:cNvPicPr preferRelativeResize="0"/>
          <p:nvPr/>
        </p:nvPicPr>
        <p:blipFill rotWithShape="1">
          <a:blip r:embed="rId3">
            <a:alphaModFix/>
          </a:blip>
          <a:srcRect b="0" l="0" r="0" t="0"/>
          <a:stretch/>
        </p:blipFill>
        <p:spPr>
          <a:xfrm>
            <a:off x="2692400" y="2222500"/>
            <a:ext cx="7619999" cy="57149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0" name="Shape 180"/>
        <p:cNvGrpSpPr/>
        <p:nvPr/>
      </p:nvGrpSpPr>
      <p:grpSpPr>
        <a:xfrm>
          <a:off x="0" y="0"/>
          <a:ext cx="0" cy="0"/>
          <a:chOff x="0" y="0"/>
          <a:chExt cx="0" cy="0"/>
        </a:xfrm>
      </p:grpSpPr>
      <p:pic>
        <p:nvPicPr>
          <p:cNvPr id="181" name="Shape 181"/>
          <p:cNvPicPr preferRelativeResize="0"/>
          <p:nvPr/>
        </p:nvPicPr>
        <p:blipFill rotWithShape="1">
          <a:blip r:embed="rId3">
            <a:alphaModFix/>
          </a:blip>
          <a:srcRect b="0" l="0" r="0" t="0"/>
          <a:stretch/>
        </p:blipFill>
        <p:spPr>
          <a:xfrm>
            <a:off x="2692400" y="2222500"/>
            <a:ext cx="7619999" cy="57149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5" name="Shape 185"/>
        <p:cNvGrpSpPr/>
        <p:nvPr/>
      </p:nvGrpSpPr>
      <p:grpSpPr>
        <a:xfrm>
          <a:off x="0" y="0"/>
          <a:ext cx="0" cy="0"/>
          <a:chOff x="0" y="0"/>
          <a:chExt cx="0" cy="0"/>
        </a:xfrm>
      </p:grpSpPr>
      <p:pic>
        <p:nvPicPr>
          <p:cNvPr id="186" name="Shape 186"/>
          <p:cNvPicPr preferRelativeResize="0"/>
          <p:nvPr/>
        </p:nvPicPr>
        <p:blipFill rotWithShape="1">
          <a:blip r:embed="rId3">
            <a:alphaModFix/>
          </a:blip>
          <a:srcRect b="0" l="0" r="0" t="0"/>
          <a:stretch/>
        </p:blipFill>
        <p:spPr>
          <a:xfrm>
            <a:off x="2692400" y="1905000"/>
            <a:ext cx="7619999" cy="63499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0" name="Shape 190"/>
        <p:cNvGrpSpPr/>
        <p:nvPr/>
      </p:nvGrpSpPr>
      <p:grpSpPr>
        <a:xfrm>
          <a:off x="0" y="0"/>
          <a:ext cx="0" cy="0"/>
          <a:chOff x="0" y="0"/>
          <a:chExt cx="0" cy="0"/>
        </a:xfrm>
      </p:grpSpPr>
      <p:pic>
        <p:nvPicPr>
          <p:cNvPr id="191" name="Shape 191"/>
          <p:cNvPicPr preferRelativeResize="0"/>
          <p:nvPr/>
        </p:nvPicPr>
        <p:blipFill rotWithShape="1">
          <a:blip r:embed="rId3">
            <a:alphaModFix/>
          </a:blip>
          <a:srcRect b="0" l="0" r="0" t="0"/>
          <a:stretch/>
        </p:blipFill>
        <p:spPr>
          <a:xfrm>
            <a:off x="2692400" y="1854200"/>
            <a:ext cx="7619999" cy="57149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5" name="Shape 195"/>
        <p:cNvGrpSpPr/>
        <p:nvPr/>
      </p:nvGrpSpPr>
      <p:grpSpPr>
        <a:xfrm>
          <a:off x="0" y="0"/>
          <a:ext cx="0" cy="0"/>
          <a:chOff x="0" y="0"/>
          <a:chExt cx="0" cy="0"/>
        </a:xfrm>
      </p:grpSpPr>
      <p:pic>
        <p:nvPicPr>
          <p:cNvPr id="196" name="Shape 196"/>
          <p:cNvPicPr preferRelativeResize="0"/>
          <p:nvPr/>
        </p:nvPicPr>
        <p:blipFill rotWithShape="1">
          <a:blip r:embed="rId3">
            <a:alphaModFix/>
          </a:blip>
          <a:srcRect b="0" l="0" r="0" t="0"/>
          <a:stretch/>
        </p:blipFill>
        <p:spPr>
          <a:xfrm>
            <a:off x="2692400" y="2044700"/>
            <a:ext cx="7619999" cy="57149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0" name="Shape 200"/>
        <p:cNvGrpSpPr/>
        <p:nvPr/>
      </p:nvGrpSpPr>
      <p:grpSpPr>
        <a:xfrm>
          <a:off x="0" y="0"/>
          <a:ext cx="0" cy="0"/>
          <a:chOff x="0" y="0"/>
          <a:chExt cx="0" cy="0"/>
        </a:xfrm>
      </p:grpSpPr>
      <p:pic>
        <p:nvPicPr>
          <p:cNvPr id="201" name="Shape 201"/>
          <p:cNvPicPr preferRelativeResize="0"/>
          <p:nvPr/>
        </p:nvPicPr>
        <p:blipFill rotWithShape="1">
          <a:blip r:embed="rId3">
            <a:alphaModFix/>
          </a:blip>
          <a:srcRect b="0" l="0" r="0" t="0"/>
          <a:stretch/>
        </p:blipFill>
        <p:spPr>
          <a:xfrm>
            <a:off x="2692400" y="2222500"/>
            <a:ext cx="7619999" cy="57149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5" name="Shape 205"/>
        <p:cNvGrpSpPr/>
        <p:nvPr/>
      </p:nvGrpSpPr>
      <p:grpSpPr>
        <a:xfrm>
          <a:off x="0" y="0"/>
          <a:ext cx="0" cy="0"/>
          <a:chOff x="0" y="0"/>
          <a:chExt cx="0" cy="0"/>
        </a:xfrm>
      </p:grpSpPr>
      <p:pic>
        <p:nvPicPr>
          <p:cNvPr id="206" name="Shape 206"/>
          <p:cNvPicPr preferRelativeResize="0"/>
          <p:nvPr/>
        </p:nvPicPr>
        <p:blipFill rotWithShape="1">
          <a:blip r:embed="rId3">
            <a:alphaModFix/>
          </a:blip>
          <a:srcRect b="0" l="0" r="0" t="0"/>
          <a:stretch/>
        </p:blipFill>
        <p:spPr>
          <a:xfrm>
            <a:off x="3962400" y="3009900"/>
            <a:ext cx="5080000" cy="41401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10" name="Shape 210"/>
        <p:cNvGrpSpPr/>
        <p:nvPr/>
      </p:nvGrpSpPr>
      <p:grpSpPr>
        <a:xfrm>
          <a:off x="0" y="0"/>
          <a:ext cx="0" cy="0"/>
          <a:chOff x="0" y="0"/>
          <a:chExt cx="0" cy="0"/>
        </a:xfrm>
      </p:grpSpPr>
      <p:pic>
        <p:nvPicPr>
          <p:cNvPr id="211" name="Shape 211"/>
          <p:cNvPicPr preferRelativeResize="0"/>
          <p:nvPr/>
        </p:nvPicPr>
        <p:blipFill rotWithShape="1">
          <a:blip r:embed="rId3">
            <a:alphaModFix/>
          </a:blip>
          <a:srcRect b="0" l="0" r="0" t="0"/>
          <a:stretch/>
        </p:blipFill>
        <p:spPr>
          <a:xfrm>
            <a:off x="4470400" y="3556000"/>
            <a:ext cx="4064000" cy="304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15" name="Shape 215"/>
        <p:cNvGrpSpPr/>
        <p:nvPr/>
      </p:nvGrpSpPr>
      <p:grpSpPr>
        <a:xfrm>
          <a:off x="0" y="0"/>
          <a:ext cx="0" cy="0"/>
          <a:chOff x="0" y="0"/>
          <a:chExt cx="0" cy="0"/>
        </a:xfrm>
      </p:grpSpPr>
      <p:pic>
        <p:nvPicPr>
          <p:cNvPr id="216" name="Shape 216"/>
          <p:cNvPicPr preferRelativeResize="0"/>
          <p:nvPr/>
        </p:nvPicPr>
        <p:blipFill rotWithShape="1">
          <a:blip r:embed="rId3">
            <a:alphaModFix/>
          </a:blip>
          <a:srcRect b="0" l="0" r="0" t="0"/>
          <a:stretch/>
        </p:blipFill>
        <p:spPr>
          <a:xfrm>
            <a:off x="3962400" y="1657350"/>
            <a:ext cx="5080000" cy="6032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